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post paid work here. Only a verified IIT BHU student can claim it. It is live right now at this URL — open it on your phone while I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who need each other, with no front door between them. Students find work through WhatsApp forwards and luck. The people who need that work cannot reach them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match, claim. The third step is where the whole product lives: only a verified institute account can apply, and contact details unlock for both sides on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prototypes gate access by hiding a button, which anyone defeats with curl. Here the rule holds in Postgres. The UI is copyable in a weekend; the trust layer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mockup. Fourteen routes deployed, eighty-four skill tags, five job formats, built in a weekend. It runs with no database attached, so dead wifi cannot kill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seeded gigs. Reels, tutoring, data entry, LaTeX, a tabla accompanist, German translation. That range is exactly why the tag system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campus first, because the email domain does the verification for us. And expansion is literally one line — every institute in India has the same domain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rate on completed gigs, featured placement, and a paid verification badge. Being straight with you: there is no payment rail yet. Escrow is the next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it is a deployed prototype. In thirty days, real auth and the first fifty students. After that, a second campus and the trust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GigNest. Open to post, exclusive to claim. What I want from this room: the first fifty student sign-ups, and three people willing to post real work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60A"/>
        </a:solidFill>
      </p:bgPr>
    </p:bg>
    <p:spTree>
      <p:nvGrpSpPr>
        <p:cNvPr id="1" name=""/>
        <p:cNvGrpSpPr/>
        <p:nvPr/>
      </p:nvGrpSpPr>
      <p:grpSpPr>
        <a:xfrm>
          <a:off x="0" y="0"/>
          <a:ext cx="0" cy="0"/>
          <a:chOff x="0" y="0"/>
          <a:chExt cx="0" cy="0"/>
        </a:xfrm>
      </p:grpSpPr>
      <p:sp>
        <p:nvSpPr>
          <p:cNvPr id="2" name="Shape 0"/>
          <p:cNvSpPr/>
          <p:nvPr/>
        </p:nvSpPr>
        <p:spPr>
          <a:xfrm>
            <a:off x="502920" y="457200"/>
            <a:ext cx="32004" cy="32004"/>
          </a:xfrm>
          <a:prstGeom prst="ellipse">
            <a:avLst/>
          </a:prstGeom>
          <a:solidFill>
            <a:srgbClr val="222A3D"/>
          </a:solidFill>
          <a:ln/>
        </p:spPr>
      </p:sp>
      <p:sp>
        <p:nvSpPr>
          <p:cNvPr id="3" name="Shape 1"/>
          <p:cNvSpPr/>
          <p:nvPr/>
        </p:nvSpPr>
        <p:spPr>
          <a:xfrm>
            <a:off x="502920" y="914400"/>
            <a:ext cx="32004" cy="32004"/>
          </a:xfrm>
          <a:prstGeom prst="ellipse">
            <a:avLst/>
          </a:prstGeom>
          <a:solidFill>
            <a:srgbClr val="222A3D"/>
          </a:solidFill>
          <a:ln/>
        </p:spPr>
      </p:sp>
      <p:sp>
        <p:nvSpPr>
          <p:cNvPr id="4" name="Shape 2"/>
          <p:cNvSpPr/>
          <p:nvPr/>
        </p:nvSpPr>
        <p:spPr>
          <a:xfrm>
            <a:off x="502920" y="1371600"/>
            <a:ext cx="32004" cy="32004"/>
          </a:xfrm>
          <a:prstGeom prst="ellipse">
            <a:avLst/>
          </a:prstGeom>
          <a:solidFill>
            <a:srgbClr val="222A3D"/>
          </a:solidFill>
          <a:ln/>
        </p:spPr>
      </p:sp>
      <p:sp>
        <p:nvSpPr>
          <p:cNvPr id="5" name="Shape 3"/>
          <p:cNvSpPr/>
          <p:nvPr/>
        </p:nvSpPr>
        <p:spPr>
          <a:xfrm>
            <a:off x="502920" y="1828800"/>
            <a:ext cx="32004" cy="32004"/>
          </a:xfrm>
          <a:prstGeom prst="ellipse">
            <a:avLst/>
          </a:prstGeom>
          <a:solidFill>
            <a:srgbClr val="222A3D"/>
          </a:solidFill>
          <a:ln/>
        </p:spPr>
      </p:sp>
      <p:sp>
        <p:nvSpPr>
          <p:cNvPr id="6" name="Shape 4"/>
          <p:cNvSpPr/>
          <p:nvPr/>
        </p:nvSpPr>
        <p:spPr>
          <a:xfrm>
            <a:off x="502920" y="2286000"/>
            <a:ext cx="32004" cy="32004"/>
          </a:xfrm>
          <a:prstGeom prst="ellipse">
            <a:avLst/>
          </a:prstGeom>
          <a:solidFill>
            <a:srgbClr val="222A3D"/>
          </a:solidFill>
          <a:ln/>
        </p:spPr>
      </p:sp>
      <p:sp>
        <p:nvSpPr>
          <p:cNvPr id="7" name="Shape 5"/>
          <p:cNvSpPr/>
          <p:nvPr/>
        </p:nvSpPr>
        <p:spPr>
          <a:xfrm>
            <a:off x="502920" y="2743200"/>
            <a:ext cx="32004" cy="32004"/>
          </a:xfrm>
          <a:prstGeom prst="ellipse">
            <a:avLst/>
          </a:prstGeom>
          <a:solidFill>
            <a:srgbClr val="222A3D"/>
          </a:solidFill>
          <a:ln/>
        </p:spPr>
      </p:sp>
      <p:sp>
        <p:nvSpPr>
          <p:cNvPr id="8" name="Shape 6"/>
          <p:cNvSpPr/>
          <p:nvPr/>
        </p:nvSpPr>
        <p:spPr>
          <a:xfrm>
            <a:off x="502920" y="3200400"/>
            <a:ext cx="32004" cy="32004"/>
          </a:xfrm>
          <a:prstGeom prst="ellipse">
            <a:avLst/>
          </a:prstGeom>
          <a:solidFill>
            <a:srgbClr val="222A3D"/>
          </a:solidFill>
          <a:ln/>
        </p:spPr>
      </p:sp>
      <p:sp>
        <p:nvSpPr>
          <p:cNvPr id="9" name="Shape 7"/>
          <p:cNvSpPr/>
          <p:nvPr/>
        </p:nvSpPr>
        <p:spPr>
          <a:xfrm>
            <a:off x="502920" y="3657600"/>
            <a:ext cx="32004" cy="32004"/>
          </a:xfrm>
          <a:prstGeom prst="ellipse">
            <a:avLst/>
          </a:prstGeom>
          <a:solidFill>
            <a:srgbClr val="222A3D"/>
          </a:solidFill>
          <a:ln/>
        </p:spPr>
      </p:sp>
      <p:sp>
        <p:nvSpPr>
          <p:cNvPr id="10" name="Shape 8"/>
          <p:cNvSpPr/>
          <p:nvPr/>
        </p:nvSpPr>
        <p:spPr>
          <a:xfrm>
            <a:off x="502920" y="4114800"/>
            <a:ext cx="32004" cy="32004"/>
          </a:xfrm>
          <a:prstGeom prst="ellipse">
            <a:avLst/>
          </a:prstGeom>
          <a:solidFill>
            <a:srgbClr val="222A3D"/>
          </a:solidFill>
          <a:ln/>
        </p:spPr>
      </p:sp>
      <p:sp>
        <p:nvSpPr>
          <p:cNvPr id="11" name="Shape 9"/>
          <p:cNvSpPr/>
          <p:nvPr/>
        </p:nvSpPr>
        <p:spPr>
          <a:xfrm>
            <a:off x="502920" y="4572000"/>
            <a:ext cx="32004" cy="32004"/>
          </a:xfrm>
          <a:prstGeom prst="ellipse">
            <a:avLst/>
          </a:prstGeom>
          <a:solidFill>
            <a:srgbClr val="222A3D"/>
          </a:solidFill>
          <a:ln/>
        </p:spPr>
      </p:sp>
      <p:sp>
        <p:nvSpPr>
          <p:cNvPr id="12" name="Shape 10"/>
          <p:cNvSpPr/>
          <p:nvPr/>
        </p:nvSpPr>
        <p:spPr>
          <a:xfrm>
            <a:off x="502920" y="5029200"/>
            <a:ext cx="32004" cy="32004"/>
          </a:xfrm>
          <a:prstGeom prst="ellipse">
            <a:avLst/>
          </a:prstGeom>
          <a:solidFill>
            <a:srgbClr val="222A3D"/>
          </a:solidFill>
          <a:ln/>
        </p:spPr>
      </p:sp>
      <p:sp>
        <p:nvSpPr>
          <p:cNvPr id="13" name="Shape 11"/>
          <p:cNvSpPr/>
          <p:nvPr/>
        </p:nvSpPr>
        <p:spPr>
          <a:xfrm>
            <a:off x="502920" y="5486400"/>
            <a:ext cx="32004" cy="32004"/>
          </a:xfrm>
          <a:prstGeom prst="ellipse">
            <a:avLst/>
          </a:prstGeom>
          <a:solidFill>
            <a:srgbClr val="222A3D"/>
          </a:solidFill>
          <a:ln/>
        </p:spPr>
      </p:sp>
      <p:sp>
        <p:nvSpPr>
          <p:cNvPr id="14" name="Shape 12"/>
          <p:cNvSpPr/>
          <p:nvPr/>
        </p:nvSpPr>
        <p:spPr>
          <a:xfrm>
            <a:off x="502920" y="5943600"/>
            <a:ext cx="32004" cy="32004"/>
          </a:xfrm>
          <a:prstGeom prst="ellipse">
            <a:avLst/>
          </a:prstGeom>
          <a:solidFill>
            <a:srgbClr val="222A3D"/>
          </a:solidFill>
          <a:ln/>
        </p:spPr>
      </p:sp>
      <p:sp>
        <p:nvSpPr>
          <p:cNvPr id="15" name="Shape 13"/>
          <p:cNvSpPr/>
          <p:nvPr/>
        </p:nvSpPr>
        <p:spPr>
          <a:xfrm>
            <a:off x="960120" y="457200"/>
            <a:ext cx="32004" cy="32004"/>
          </a:xfrm>
          <a:prstGeom prst="ellipse">
            <a:avLst/>
          </a:prstGeom>
          <a:solidFill>
            <a:srgbClr val="222A3D"/>
          </a:solidFill>
          <a:ln/>
        </p:spPr>
      </p:sp>
      <p:sp>
        <p:nvSpPr>
          <p:cNvPr id="16" name="Shape 14"/>
          <p:cNvSpPr/>
          <p:nvPr/>
        </p:nvSpPr>
        <p:spPr>
          <a:xfrm>
            <a:off x="960120" y="914400"/>
            <a:ext cx="32004" cy="32004"/>
          </a:xfrm>
          <a:prstGeom prst="ellipse">
            <a:avLst/>
          </a:prstGeom>
          <a:solidFill>
            <a:srgbClr val="222A3D"/>
          </a:solidFill>
          <a:ln/>
        </p:spPr>
      </p:sp>
      <p:sp>
        <p:nvSpPr>
          <p:cNvPr id="17" name="Shape 15"/>
          <p:cNvSpPr/>
          <p:nvPr/>
        </p:nvSpPr>
        <p:spPr>
          <a:xfrm>
            <a:off x="960120" y="1371600"/>
            <a:ext cx="32004" cy="32004"/>
          </a:xfrm>
          <a:prstGeom prst="ellipse">
            <a:avLst/>
          </a:prstGeom>
          <a:solidFill>
            <a:srgbClr val="222A3D"/>
          </a:solidFill>
          <a:ln/>
        </p:spPr>
      </p:sp>
      <p:sp>
        <p:nvSpPr>
          <p:cNvPr id="18" name="Shape 16"/>
          <p:cNvSpPr/>
          <p:nvPr/>
        </p:nvSpPr>
        <p:spPr>
          <a:xfrm>
            <a:off x="960120" y="1828800"/>
            <a:ext cx="32004" cy="32004"/>
          </a:xfrm>
          <a:prstGeom prst="ellipse">
            <a:avLst/>
          </a:prstGeom>
          <a:solidFill>
            <a:srgbClr val="222A3D"/>
          </a:solidFill>
          <a:ln/>
        </p:spPr>
      </p:sp>
      <p:sp>
        <p:nvSpPr>
          <p:cNvPr id="19" name="Shape 17"/>
          <p:cNvSpPr/>
          <p:nvPr/>
        </p:nvSpPr>
        <p:spPr>
          <a:xfrm>
            <a:off x="960120" y="2286000"/>
            <a:ext cx="32004" cy="32004"/>
          </a:xfrm>
          <a:prstGeom prst="ellipse">
            <a:avLst/>
          </a:prstGeom>
          <a:solidFill>
            <a:srgbClr val="222A3D"/>
          </a:solidFill>
          <a:ln/>
        </p:spPr>
      </p:sp>
      <p:sp>
        <p:nvSpPr>
          <p:cNvPr id="20" name="Shape 18"/>
          <p:cNvSpPr/>
          <p:nvPr/>
        </p:nvSpPr>
        <p:spPr>
          <a:xfrm>
            <a:off x="960120" y="2743200"/>
            <a:ext cx="32004" cy="32004"/>
          </a:xfrm>
          <a:prstGeom prst="ellipse">
            <a:avLst/>
          </a:prstGeom>
          <a:solidFill>
            <a:srgbClr val="222A3D"/>
          </a:solidFill>
          <a:ln/>
        </p:spPr>
      </p:sp>
      <p:sp>
        <p:nvSpPr>
          <p:cNvPr id="21" name="Shape 19"/>
          <p:cNvSpPr/>
          <p:nvPr/>
        </p:nvSpPr>
        <p:spPr>
          <a:xfrm>
            <a:off x="960120" y="3200400"/>
            <a:ext cx="32004" cy="32004"/>
          </a:xfrm>
          <a:prstGeom prst="ellipse">
            <a:avLst/>
          </a:prstGeom>
          <a:solidFill>
            <a:srgbClr val="222A3D"/>
          </a:solidFill>
          <a:ln/>
        </p:spPr>
      </p:sp>
      <p:sp>
        <p:nvSpPr>
          <p:cNvPr id="22" name="Shape 20"/>
          <p:cNvSpPr/>
          <p:nvPr/>
        </p:nvSpPr>
        <p:spPr>
          <a:xfrm>
            <a:off x="960120" y="3657600"/>
            <a:ext cx="32004" cy="32004"/>
          </a:xfrm>
          <a:prstGeom prst="ellipse">
            <a:avLst/>
          </a:prstGeom>
          <a:solidFill>
            <a:srgbClr val="222A3D"/>
          </a:solidFill>
          <a:ln/>
        </p:spPr>
      </p:sp>
      <p:sp>
        <p:nvSpPr>
          <p:cNvPr id="23" name="Shape 21"/>
          <p:cNvSpPr/>
          <p:nvPr/>
        </p:nvSpPr>
        <p:spPr>
          <a:xfrm>
            <a:off x="960120" y="4114800"/>
            <a:ext cx="32004" cy="32004"/>
          </a:xfrm>
          <a:prstGeom prst="ellipse">
            <a:avLst/>
          </a:prstGeom>
          <a:solidFill>
            <a:srgbClr val="222A3D"/>
          </a:solidFill>
          <a:ln/>
        </p:spPr>
      </p:sp>
      <p:sp>
        <p:nvSpPr>
          <p:cNvPr id="24" name="Shape 22"/>
          <p:cNvSpPr/>
          <p:nvPr/>
        </p:nvSpPr>
        <p:spPr>
          <a:xfrm>
            <a:off x="960120" y="4572000"/>
            <a:ext cx="32004" cy="32004"/>
          </a:xfrm>
          <a:prstGeom prst="ellipse">
            <a:avLst/>
          </a:prstGeom>
          <a:solidFill>
            <a:srgbClr val="222A3D"/>
          </a:solidFill>
          <a:ln/>
        </p:spPr>
      </p:sp>
      <p:sp>
        <p:nvSpPr>
          <p:cNvPr id="25" name="Shape 23"/>
          <p:cNvSpPr/>
          <p:nvPr/>
        </p:nvSpPr>
        <p:spPr>
          <a:xfrm>
            <a:off x="960120" y="5029200"/>
            <a:ext cx="32004" cy="32004"/>
          </a:xfrm>
          <a:prstGeom prst="ellipse">
            <a:avLst/>
          </a:prstGeom>
          <a:solidFill>
            <a:srgbClr val="222A3D"/>
          </a:solidFill>
          <a:ln/>
        </p:spPr>
      </p:sp>
      <p:sp>
        <p:nvSpPr>
          <p:cNvPr id="26" name="Shape 24"/>
          <p:cNvSpPr/>
          <p:nvPr/>
        </p:nvSpPr>
        <p:spPr>
          <a:xfrm>
            <a:off x="960120" y="5486400"/>
            <a:ext cx="32004" cy="32004"/>
          </a:xfrm>
          <a:prstGeom prst="ellipse">
            <a:avLst/>
          </a:prstGeom>
          <a:solidFill>
            <a:srgbClr val="222A3D"/>
          </a:solidFill>
          <a:ln/>
        </p:spPr>
      </p:sp>
      <p:sp>
        <p:nvSpPr>
          <p:cNvPr id="27" name="Shape 25"/>
          <p:cNvSpPr/>
          <p:nvPr/>
        </p:nvSpPr>
        <p:spPr>
          <a:xfrm>
            <a:off x="960120" y="5943600"/>
            <a:ext cx="32004" cy="32004"/>
          </a:xfrm>
          <a:prstGeom prst="ellipse">
            <a:avLst/>
          </a:prstGeom>
          <a:solidFill>
            <a:srgbClr val="222A3D"/>
          </a:solidFill>
          <a:ln/>
        </p:spPr>
      </p:sp>
      <p:sp>
        <p:nvSpPr>
          <p:cNvPr id="28" name="Shape 26"/>
          <p:cNvSpPr/>
          <p:nvPr/>
        </p:nvSpPr>
        <p:spPr>
          <a:xfrm>
            <a:off x="1417320" y="457200"/>
            <a:ext cx="32004" cy="32004"/>
          </a:xfrm>
          <a:prstGeom prst="ellipse">
            <a:avLst/>
          </a:prstGeom>
          <a:solidFill>
            <a:srgbClr val="222A3D"/>
          </a:solidFill>
          <a:ln/>
        </p:spPr>
      </p:sp>
      <p:sp>
        <p:nvSpPr>
          <p:cNvPr id="29" name="Shape 27"/>
          <p:cNvSpPr/>
          <p:nvPr/>
        </p:nvSpPr>
        <p:spPr>
          <a:xfrm>
            <a:off x="1417320" y="914400"/>
            <a:ext cx="32004" cy="32004"/>
          </a:xfrm>
          <a:prstGeom prst="ellipse">
            <a:avLst/>
          </a:prstGeom>
          <a:solidFill>
            <a:srgbClr val="222A3D"/>
          </a:solidFill>
          <a:ln/>
        </p:spPr>
      </p:sp>
      <p:sp>
        <p:nvSpPr>
          <p:cNvPr id="30" name="Shape 28"/>
          <p:cNvSpPr/>
          <p:nvPr/>
        </p:nvSpPr>
        <p:spPr>
          <a:xfrm>
            <a:off x="1417320" y="1371600"/>
            <a:ext cx="32004" cy="32004"/>
          </a:xfrm>
          <a:prstGeom prst="ellipse">
            <a:avLst/>
          </a:prstGeom>
          <a:solidFill>
            <a:srgbClr val="222A3D"/>
          </a:solidFill>
          <a:ln/>
        </p:spPr>
      </p:sp>
      <p:sp>
        <p:nvSpPr>
          <p:cNvPr id="31" name="Shape 29"/>
          <p:cNvSpPr/>
          <p:nvPr/>
        </p:nvSpPr>
        <p:spPr>
          <a:xfrm>
            <a:off x="1417320" y="1828800"/>
            <a:ext cx="32004" cy="32004"/>
          </a:xfrm>
          <a:prstGeom prst="ellipse">
            <a:avLst/>
          </a:prstGeom>
          <a:solidFill>
            <a:srgbClr val="222A3D"/>
          </a:solidFill>
          <a:ln/>
        </p:spPr>
      </p:sp>
      <p:sp>
        <p:nvSpPr>
          <p:cNvPr id="32" name="Shape 30"/>
          <p:cNvSpPr/>
          <p:nvPr/>
        </p:nvSpPr>
        <p:spPr>
          <a:xfrm>
            <a:off x="1417320" y="2286000"/>
            <a:ext cx="32004" cy="32004"/>
          </a:xfrm>
          <a:prstGeom prst="ellipse">
            <a:avLst/>
          </a:prstGeom>
          <a:solidFill>
            <a:srgbClr val="222A3D"/>
          </a:solidFill>
          <a:ln/>
        </p:spPr>
      </p:sp>
      <p:sp>
        <p:nvSpPr>
          <p:cNvPr id="33" name="Shape 31"/>
          <p:cNvSpPr/>
          <p:nvPr/>
        </p:nvSpPr>
        <p:spPr>
          <a:xfrm>
            <a:off x="1417320" y="2743200"/>
            <a:ext cx="32004" cy="32004"/>
          </a:xfrm>
          <a:prstGeom prst="ellipse">
            <a:avLst/>
          </a:prstGeom>
          <a:solidFill>
            <a:srgbClr val="222A3D"/>
          </a:solidFill>
          <a:ln/>
        </p:spPr>
      </p:sp>
      <p:sp>
        <p:nvSpPr>
          <p:cNvPr id="34" name="Shape 32"/>
          <p:cNvSpPr/>
          <p:nvPr/>
        </p:nvSpPr>
        <p:spPr>
          <a:xfrm>
            <a:off x="1417320" y="3200400"/>
            <a:ext cx="32004" cy="32004"/>
          </a:xfrm>
          <a:prstGeom prst="ellipse">
            <a:avLst/>
          </a:prstGeom>
          <a:solidFill>
            <a:srgbClr val="222A3D"/>
          </a:solidFill>
          <a:ln/>
        </p:spPr>
      </p:sp>
      <p:sp>
        <p:nvSpPr>
          <p:cNvPr id="35" name="Shape 33"/>
          <p:cNvSpPr/>
          <p:nvPr/>
        </p:nvSpPr>
        <p:spPr>
          <a:xfrm>
            <a:off x="1417320" y="3657600"/>
            <a:ext cx="32004" cy="32004"/>
          </a:xfrm>
          <a:prstGeom prst="ellipse">
            <a:avLst/>
          </a:prstGeom>
          <a:solidFill>
            <a:srgbClr val="222A3D"/>
          </a:solidFill>
          <a:ln/>
        </p:spPr>
      </p:sp>
      <p:sp>
        <p:nvSpPr>
          <p:cNvPr id="36" name="Shape 34"/>
          <p:cNvSpPr/>
          <p:nvPr/>
        </p:nvSpPr>
        <p:spPr>
          <a:xfrm>
            <a:off x="1417320" y="4114800"/>
            <a:ext cx="32004" cy="32004"/>
          </a:xfrm>
          <a:prstGeom prst="ellipse">
            <a:avLst/>
          </a:prstGeom>
          <a:solidFill>
            <a:srgbClr val="222A3D"/>
          </a:solidFill>
          <a:ln/>
        </p:spPr>
      </p:sp>
      <p:sp>
        <p:nvSpPr>
          <p:cNvPr id="37" name="Shape 35"/>
          <p:cNvSpPr/>
          <p:nvPr/>
        </p:nvSpPr>
        <p:spPr>
          <a:xfrm>
            <a:off x="1417320" y="4572000"/>
            <a:ext cx="32004" cy="32004"/>
          </a:xfrm>
          <a:prstGeom prst="ellipse">
            <a:avLst/>
          </a:prstGeom>
          <a:solidFill>
            <a:srgbClr val="222A3D"/>
          </a:solidFill>
          <a:ln/>
        </p:spPr>
      </p:sp>
      <p:sp>
        <p:nvSpPr>
          <p:cNvPr id="38" name="Shape 36"/>
          <p:cNvSpPr/>
          <p:nvPr/>
        </p:nvSpPr>
        <p:spPr>
          <a:xfrm>
            <a:off x="1417320" y="5029200"/>
            <a:ext cx="32004" cy="32004"/>
          </a:xfrm>
          <a:prstGeom prst="ellipse">
            <a:avLst/>
          </a:prstGeom>
          <a:solidFill>
            <a:srgbClr val="222A3D"/>
          </a:solidFill>
          <a:ln/>
        </p:spPr>
      </p:sp>
      <p:sp>
        <p:nvSpPr>
          <p:cNvPr id="39" name="Shape 37"/>
          <p:cNvSpPr/>
          <p:nvPr/>
        </p:nvSpPr>
        <p:spPr>
          <a:xfrm>
            <a:off x="1417320" y="5486400"/>
            <a:ext cx="32004" cy="32004"/>
          </a:xfrm>
          <a:prstGeom prst="ellipse">
            <a:avLst/>
          </a:prstGeom>
          <a:solidFill>
            <a:srgbClr val="222A3D"/>
          </a:solidFill>
          <a:ln/>
        </p:spPr>
      </p:sp>
      <p:sp>
        <p:nvSpPr>
          <p:cNvPr id="40" name="Shape 38"/>
          <p:cNvSpPr/>
          <p:nvPr/>
        </p:nvSpPr>
        <p:spPr>
          <a:xfrm>
            <a:off x="1417320" y="5943600"/>
            <a:ext cx="32004" cy="32004"/>
          </a:xfrm>
          <a:prstGeom prst="ellipse">
            <a:avLst/>
          </a:prstGeom>
          <a:solidFill>
            <a:srgbClr val="222A3D"/>
          </a:solidFill>
          <a:ln/>
        </p:spPr>
      </p:sp>
      <p:sp>
        <p:nvSpPr>
          <p:cNvPr id="41" name="Shape 39"/>
          <p:cNvSpPr/>
          <p:nvPr/>
        </p:nvSpPr>
        <p:spPr>
          <a:xfrm>
            <a:off x="1874520" y="457200"/>
            <a:ext cx="32004" cy="32004"/>
          </a:xfrm>
          <a:prstGeom prst="ellipse">
            <a:avLst/>
          </a:prstGeom>
          <a:solidFill>
            <a:srgbClr val="222A3D"/>
          </a:solidFill>
          <a:ln/>
        </p:spPr>
      </p:sp>
      <p:sp>
        <p:nvSpPr>
          <p:cNvPr id="42" name="Shape 40"/>
          <p:cNvSpPr/>
          <p:nvPr/>
        </p:nvSpPr>
        <p:spPr>
          <a:xfrm>
            <a:off x="1874520" y="914400"/>
            <a:ext cx="32004" cy="32004"/>
          </a:xfrm>
          <a:prstGeom prst="ellipse">
            <a:avLst/>
          </a:prstGeom>
          <a:solidFill>
            <a:srgbClr val="222A3D"/>
          </a:solidFill>
          <a:ln/>
        </p:spPr>
      </p:sp>
      <p:sp>
        <p:nvSpPr>
          <p:cNvPr id="43" name="Shape 41"/>
          <p:cNvSpPr/>
          <p:nvPr/>
        </p:nvSpPr>
        <p:spPr>
          <a:xfrm>
            <a:off x="1874520" y="1371600"/>
            <a:ext cx="32004" cy="32004"/>
          </a:xfrm>
          <a:prstGeom prst="ellipse">
            <a:avLst/>
          </a:prstGeom>
          <a:solidFill>
            <a:srgbClr val="222A3D"/>
          </a:solidFill>
          <a:ln/>
        </p:spPr>
      </p:sp>
      <p:sp>
        <p:nvSpPr>
          <p:cNvPr id="44" name="Shape 42"/>
          <p:cNvSpPr/>
          <p:nvPr/>
        </p:nvSpPr>
        <p:spPr>
          <a:xfrm>
            <a:off x="1874520" y="1828800"/>
            <a:ext cx="32004" cy="32004"/>
          </a:xfrm>
          <a:prstGeom prst="ellipse">
            <a:avLst/>
          </a:prstGeom>
          <a:solidFill>
            <a:srgbClr val="222A3D"/>
          </a:solidFill>
          <a:ln/>
        </p:spPr>
      </p:sp>
      <p:sp>
        <p:nvSpPr>
          <p:cNvPr id="45" name="Shape 43"/>
          <p:cNvSpPr/>
          <p:nvPr/>
        </p:nvSpPr>
        <p:spPr>
          <a:xfrm>
            <a:off x="1874520" y="2286000"/>
            <a:ext cx="32004" cy="32004"/>
          </a:xfrm>
          <a:prstGeom prst="ellipse">
            <a:avLst/>
          </a:prstGeom>
          <a:solidFill>
            <a:srgbClr val="222A3D"/>
          </a:solidFill>
          <a:ln/>
        </p:spPr>
      </p:sp>
      <p:sp>
        <p:nvSpPr>
          <p:cNvPr id="46" name="Shape 44"/>
          <p:cNvSpPr/>
          <p:nvPr/>
        </p:nvSpPr>
        <p:spPr>
          <a:xfrm>
            <a:off x="1874520" y="2743200"/>
            <a:ext cx="32004" cy="32004"/>
          </a:xfrm>
          <a:prstGeom prst="ellipse">
            <a:avLst/>
          </a:prstGeom>
          <a:solidFill>
            <a:srgbClr val="222A3D"/>
          </a:solidFill>
          <a:ln/>
        </p:spPr>
      </p:sp>
      <p:sp>
        <p:nvSpPr>
          <p:cNvPr id="47" name="Shape 45"/>
          <p:cNvSpPr/>
          <p:nvPr/>
        </p:nvSpPr>
        <p:spPr>
          <a:xfrm>
            <a:off x="1874520" y="3200400"/>
            <a:ext cx="32004" cy="32004"/>
          </a:xfrm>
          <a:prstGeom prst="ellipse">
            <a:avLst/>
          </a:prstGeom>
          <a:solidFill>
            <a:srgbClr val="222A3D"/>
          </a:solidFill>
          <a:ln/>
        </p:spPr>
      </p:sp>
      <p:sp>
        <p:nvSpPr>
          <p:cNvPr id="48" name="Shape 46"/>
          <p:cNvSpPr/>
          <p:nvPr/>
        </p:nvSpPr>
        <p:spPr>
          <a:xfrm>
            <a:off x="1874520" y="3657600"/>
            <a:ext cx="32004" cy="32004"/>
          </a:xfrm>
          <a:prstGeom prst="ellipse">
            <a:avLst/>
          </a:prstGeom>
          <a:solidFill>
            <a:srgbClr val="222A3D"/>
          </a:solidFill>
          <a:ln/>
        </p:spPr>
      </p:sp>
      <p:sp>
        <p:nvSpPr>
          <p:cNvPr id="49" name="Shape 47"/>
          <p:cNvSpPr/>
          <p:nvPr/>
        </p:nvSpPr>
        <p:spPr>
          <a:xfrm>
            <a:off x="1874520" y="4114800"/>
            <a:ext cx="32004" cy="32004"/>
          </a:xfrm>
          <a:prstGeom prst="ellipse">
            <a:avLst/>
          </a:prstGeom>
          <a:solidFill>
            <a:srgbClr val="222A3D"/>
          </a:solidFill>
          <a:ln/>
        </p:spPr>
      </p:sp>
      <p:sp>
        <p:nvSpPr>
          <p:cNvPr id="50" name="Shape 48"/>
          <p:cNvSpPr/>
          <p:nvPr/>
        </p:nvSpPr>
        <p:spPr>
          <a:xfrm>
            <a:off x="1874520" y="4572000"/>
            <a:ext cx="32004" cy="32004"/>
          </a:xfrm>
          <a:prstGeom prst="ellipse">
            <a:avLst/>
          </a:prstGeom>
          <a:solidFill>
            <a:srgbClr val="222A3D"/>
          </a:solidFill>
          <a:ln/>
        </p:spPr>
      </p:sp>
      <p:sp>
        <p:nvSpPr>
          <p:cNvPr id="51" name="Shape 49"/>
          <p:cNvSpPr/>
          <p:nvPr/>
        </p:nvSpPr>
        <p:spPr>
          <a:xfrm>
            <a:off x="1874520" y="5029200"/>
            <a:ext cx="32004" cy="32004"/>
          </a:xfrm>
          <a:prstGeom prst="ellipse">
            <a:avLst/>
          </a:prstGeom>
          <a:solidFill>
            <a:srgbClr val="222A3D"/>
          </a:solidFill>
          <a:ln/>
        </p:spPr>
      </p:sp>
      <p:sp>
        <p:nvSpPr>
          <p:cNvPr id="52" name="Shape 50"/>
          <p:cNvSpPr/>
          <p:nvPr/>
        </p:nvSpPr>
        <p:spPr>
          <a:xfrm>
            <a:off x="1874520" y="5486400"/>
            <a:ext cx="32004" cy="32004"/>
          </a:xfrm>
          <a:prstGeom prst="ellipse">
            <a:avLst/>
          </a:prstGeom>
          <a:solidFill>
            <a:srgbClr val="222A3D"/>
          </a:solidFill>
          <a:ln/>
        </p:spPr>
      </p:sp>
      <p:sp>
        <p:nvSpPr>
          <p:cNvPr id="53" name="Shape 51"/>
          <p:cNvSpPr/>
          <p:nvPr/>
        </p:nvSpPr>
        <p:spPr>
          <a:xfrm>
            <a:off x="1874520" y="5943600"/>
            <a:ext cx="32004" cy="32004"/>
          </a:xfrm>
          <a:prstGeom prst="ellipse">
            <a:avLst/>
          </a:prstGeom>
          <a:solidFill>
            <a:srgbClr val="222A3D"/>
          </a:solidFill>
          <a:ln/>
        </p:spPr>
      </p:sp>
      <p:sp>
        <p:nvSpPr>
          <p:cNvPr id="54" name="Shape 52"/>
          <p:cNvSpPr/>
          <p:nvPr/>
        </p:nvSpPr>
        <p:spPr>
          <a:xfrm>
            <a:off x="2331720" y="457200"/>
            <a:ext cx="32004" cy="32004"/>
          </a:xfrm>
          <a:prstGeom prst="ellipse">
            <a:avLst/>
          </a:prstGeom>
          <a:solidFill>
            <a:srgbClr val="222A3D"/>
          </a:solidFill>
          <a:ln/>
        </p:spPr>
      </p:sp>
      <p:sp>
        <p:nvSpPr>
          <p:cNvPr id="55" name="Shape 53"/>
          <p:cNvSpPr/>
          <p:nvPr/>
        </p:nvSpPr>
        <p:spPr>
          <a:xfrm>
            <a:off x="2331720" y="914400"/>
            <a:ext cx="32004" cy="32004"/>
          </a:xfrm>
          <a:prstGeom prst="ellipse">
            <a:avLst/>
          </a:prstGeom>
          <a:solidFill>
            <a:srgbClr val="222A3D"/>
          </a:solidFill>
          <a:ln/>
        </p:spPr>
      </p:sp>
      <p:sp>
        <p:nvSpPr>
          <p:cNvPr id="56" name="Shape 54"/>
          <p:cNvSpPr/>
          <p:nvPr/>
        </p:nvSpPr>
        <p:spPr>
          <a:xfrm>
            <a:off x="2331720" y="1371600"/>
            <a:ext cx="32004" cy="32004"/>
          </a:xfrm>
          <a:prstGeom prst="ellipse">
            <a:avLst/>
          </a:prstGeom>
          <a:solidFill>
            <a:srgbClr val="222A3D"/>
          </a:solidFill>
          <a:ln/>
        </p:spPr>
      </p:sp>
      <p:sp>
        <p:nvSpPr>
          <p:cNvPr id="57" name="Shape 55"/>
          <p:cNvSpPr/>
          <p:nvPr/>
        </p:nvSpPr>
        <p:spPr>
          <a:xfrm>
            <a:off x="2331720" y="1828800"/>
            <a:ext cx="32004" cy="32004"/>
          </a:xfrm>
          <a:prstGeom prst="ellipse">
            <a:avLst/>
          </a:prstGeom>
          <a:solidFill>
            <a:srgbClr val="222A3D"/>
          </a:solidFill>
          <a:ln/>
        </p:spPr>
      </p:sp>
      <p:sp>
        <p:nvSpPr>
          <p:cNvPr id="58" name="Shape 56"/>
          <p:cNvSpPr/>
          <p:nvPr/>
        </p:nvSpPr>
        <p:spPr>
          <a:xfrm>
            <a:off x="2331720" y="2286000"/>
            <a:ext cx="32004" cy="32004"/>
          </a:xfrm>
          <a:prstGeom prst="ellipse">
            <a:avLst/>
          </a:prstGeom>
          <a:solidFill>
            <a:srgbClr val="222A3D"/>
          </a:solidFill>
          <a:ln/>
        </p:spPr>
      </p:sp>
      <p:sp>
        <p:nvSpPr>
          <p:cNvPr id="59" name="Shape 57"/>
          <p:cNvSpPr/>
          <p:nvPr/>
        </p:nvSpPr>
        <p:spPr>
          <a:xfrm>
            <a:off x="2331720" y="2743200"/>
            <a:ext cx="32004" cy="32004"/>
          </a:xfrm>
          <a:prstGeom prst="ellipse">
            <a:avLst/>
          </a:prstGeom>
          <a:solidFill>
            <a:srgbClr val="222A3D"/>
          </a:solidFill>
          <a:ln/>
        </p:spPr>
      </p:sp>
      <p:sp>
        <p:nvSpPr>
          <p:cNvPr id="60" name="Shape 58"/>
          <p:cNvSpPr/>
          <p:nvPr/>
        </p:nvSpPr>
        <p:spPr>
          <a:xfrm>
            <a:off x="2331720" y="3200400"/>
            <a:ext cx="32004" cy="32004"/>
          </a:xfrm>
          <a:prstGeom prst="ellipse">
            <a:avLst/>
          </a:prstGeom>
          <a:solidFill>
            <a:srgbClr val="222A3D"/>
          </a:solidFill>
          <a:ln/>
        </p:spPr>
      </p:sp>
      <p:sp>
        <p:nvSpPr>
          <p:cNvPr id="61" name="Shape 59"/>
          <p:cNvSpPr/>
          <p:nvPr/>
        </p:nvSpPr>
        <p:spPr>
          <a:xfrm>
            <a:off x="2331720" y="3657600"/>
            <a:ext cx="32004" cy="32004"/>
          </a:xfrm>
          <a:prstGeom prst="ellipse">
            <a:avLst/>
          </a:prstGeom>
          <a:solidFill>
            <a:srgbClr val="222A3D"/>
          </a:solidFill>
          <a:ln/>
        </p:spPr>
      </p:sp>
      <p:sp>
        <p:nvSpPr>
          <p:cNvPr id="62" name="Shape 60"/>
          <p:cNvSpPr/>
          <p:nvPr/>
        </p:nvSpPr>
        <p:spPr>
          <a:xfrm>
            <a:off x="2331720" y="4114800"/>
            <a:ext cx="32004" cy="32004"/>
          </a:xfrm>
          <a:prstGeom prst="ellipse">
            <a:avLst/>
          </a:prstGeom>
          <a:solidFill>
            <a:srgbClr val="222A3D"/>
          </a:solidFill>
          <a:ln/>
        </p:spPr>
      </p:sp>
      <p:sp>
        <p:nvSpPr>
          <p:cNvPr id="63" name="Shape 61"/>
          <p:cNvSpPr/>
          <p:nvPr/>
        </p:nvSpPr>
        <p:spPr>
          <a:xfrm>
            <a:off x="2331720" y="4572000"/>
            <a:ext cx="32004" cy="32004"/>
          </a:xfrm>
          <a:prstGeom prst="ellipse">
            <a:avLst/>
          </a:prstGeom>
          <a:solidFill>
            <a:srgbClr val="222A3D"/>
          </a:solidFill>
          <a:ln/>
        </p:spPr>
      </p:sp>
      <p:sp>
        <p:nvSpPr>
          <p:cNvPr id="64" name="Shape 62"/>
          <p:cNvSpPr/>
          <p:nvPr/>
        </p:nvSpPr>
        <p:spPr>
          <a:xfrm>
            <a:off x="2331720" y="5029200"/>
            <a:ext cx="32004" cy="32004"/>
          </a:xfrm>
          <a:prstGeom prst="ellipse">
            <a:avLst/>
          </a:prstGeom>
          <a:solidFill>
            <a:srgbClr val="222A3D"/>
          </a:solidFill>
          <a:ln/>
        </p:spPr>
      </p:sp>
      <p:sp>
        <p:nvSpPr>
          <p:cNvPr id="65" name="Shape 63"/>
          <p:cNvSpPr/>
          <p:nvPr/>
        </p:nvSpPr>
        <p:spPr>
          <a:xfrm>
            <a:off x="2331720" y="5486400"/>
            <a:ext cx="32004" cy="32004"/>
          </a:xfrm>
          <a:prstGeom prst="ellipse">
            <a:avLst/>
          </a:prstGeom>
          <a:solidFill>
            <a:srgbClr val="222A3D"/>
          </a:solidFill>
          <a:ln/>
        </p:spPr>
      </p:sp>
      <p:sp>
        <p:nvSpPr>
          <p:cNvPr id="66" name="Shape 64"/>
          <p:cNvSpPr/>
          <p:nvPr/>
        </p:nvSpPr>
        <p:spPr>
          <a:xfrm>
            <a:off x="2331720" y="5943600"/>
            <a:ext cx="32004" cy="32004"/>
          </a:xfrm>
          <a:prstGeom prst="ellipse">
            <a:avLst/>
          </a:prstGeom>
          <a:solidFill>
            <a:srgbClr val="222A3D"/>
          </a:solidFill>
          <a:ln/>
        </p:spPr>
      </p:sp>
      <p:sp>
        <p:nvSpPr>
          <p:cNvPr id="67" name="Shape 65"/>
          <p:cNvSpPr/>
          <p:nvPr/>
        </p:nvSpPr>
        <p:spPr>
          <a:xfrm>
            <a:off x="2788920" y="457200"/>
            <a:ext cx="32004" cy="32004"/>
          </a:xfrm>
          <a:prstGeom prst="ellipse">
            <a:avLst/>
          </a:prstGeom>
          <a:solidFill>
            <a:srgbClr val="222A3D"/>
          </a:solidFill>
          <a:ln/>
        </p:spPr>
      </p:sp>
      <p:sp>
        <p:nvSpPr>
          <p:cNvPr id="68" name="Shape 66"/>
          <p:cNvSpPr/>
          <p:nvPr/>
        </p:nvSpPr>
        <p:spPr>
          <a:xfrm>
            <a:off x="2788920" y="914400"/>
            <a:ext cx="32004" cy="32004"/>
          </a:xfrm>
          <a:prstGeom prst="ellipse">
            <a:avLst/>
          </a:prstGeom>
          <a:solidFill>
            <a:srgbClr val="222A3D"/>
          </a:solidFill>
          <a:ln/>
        </p:spPr>
      </p:sp>
      <p:sp>
        <p:nvSpPr>
          <p:cNvPr id="69" name="Shape 67"/>
          <p:cNvSpPr/>
          <p:nvPr/>
        </p:nvSpPr>
        <p:spPr>
          <a:xfrm>
            <a:off x="2788920" y="1371600"/>
            <a:ext cx="32004" cy="32004"/>
          </a:xfrm>
          <a:prstGeom prst="ellipse">
            <a:avLst/>
          </a:prstGeom>
          <a:solidFill>
            <a:srgbClr val="222A3D"/>
          </a:solidFill>
          <a:ln/>
        </p:spPr>
      </p:sp>
      <p:sp>
        <p:nvSpPr>
          <p:cNvPr id="70" name="Shape 68"/>
          <p:cNvSpPr/>
          <p:nvPr/>
        </p:nvSpPr>
        <p:spPr>
          <a:xfrm>
            <a:off x="2788920" y="1828800"/>
            <a:ext cx="32004" cy="32004"/>
          </a:xfrm>
          <a:prstGeom prst="ellipse">
            <a:avLst/>
          </a:prstGeom>
          <a:solidFill>
            <a:srgbClr val="222A3D"/>
          </a:solidFill>
          <a:ln/>
        </p:spPr>
      </p:sp>
      <p:sp>
        <p:nvSpPr>
          <p:cNvPr id="71" name="Shape 69"/>
          <p:cNvSpPr/>
          <p:nvPr/>
        </p:nvSpPr>
        <p:spPr>
          <a:xfrm>
            <a:off x="2788920" y="2286000"/>
            <a:ext cx="32004" cy="32004"/>
          </a:xfrm>
          <a:prstGeom prst="ellipse">
            <a:avLst/>
          </a:prstGeom>
          <a:solidFill>
            <a:srgbClr val="222A3D"/>
          </a:solidFill>
          <a:ln/>
        </p:spPr>
      </p:sp>
      <p:sp>
        <p:nvSpPr>
          <p:cNvPr id="72" name="Shape 70"/>
          <p:cNvSpPr/>
          <p:nvPr/>
        </p:nvSpPr>
        <p:spPr>
          <a:xfrm>
            <a:off x="2788920" y="2743200"/>
            <a:ext cx="32004" cy="32004"/>
          </a:xfrm>
          <a:prstGeom prst="ellipse">
            <a:avLst/>
          </a:prstGeom>
          <a:solidFill>
            <a:srgbClr val="222A3D"/>
          </a:solidFill>
          <a:ln/>
        </p:spPr>
      </p:sp>
      <p:sp>
        <p:nvSpPr>
          <p:cNvPr id="73" name="Shape 71"/>
          <p:cNvSpPr/>
          <p:nvPr/>
        </p:nvSpPr>
        <p:spPr>
          <a:xfrm>
            <a:off x="2788920" y="3200400"/>
            <a:ext cx="32004" cy="32004"/>
          </a:xfrm>
          <a:prstGeom prst="ellipse">
            <a:avLst/>
          </a:prstGeom>
          <a:solidFill>
            <a:srgbClr val="222A3D"/>
          </a:solidFill>
          <a:ln/>
        </p:spPr>
      </p:sp>
      <p:sp>
        <p:nvSpPr>
          <p:cNvPr id="74" name="Shape 72"/>
          <p:cNvSpPr/>
          <p:nvPr/>
        </p:nvSpPr>
        <p:spPr>
          <a:xfrm>
            <a:off x="2788920" y="3657600"/>
            <a:ext cx="32004" cy="32004"/>
          </a:xfrm>
          <a:prstGeom prst="ellipse">
            <a:avLst/>
          </a:prstGeom>
          <a:solidFill>
            <a:srgbClr val="222A3D"/>
          </a:solidFill>
          <a:ln/>
        </p:spPr>
      </p:sp>
      <p:sp>
        <p:nvSpPr>
          <p:cNvPr id="75" name="Shape 73"/>
          <p:cNvSpPr/>
          <p:nvPr/>
        </p:nvSpPr>
        <p:spPr>
          <a:xfrm>
            <a:off x="2788920" y="4114800"/>
            <a:ext cx="32004" cy="32004"/>
          </a:xfrm>
          <a:prstGeom prst="ellipse">
            <a:avLst/>
          </a:prstGeom>
          <a:solidFill>
            <a:srgbClr val="222A3D"/>
          </a:solidFill>
          <a:ln/>
        </p:spPr>
      </p:sp>
      <p:sp>
        <p:nvSpPr>
          <p:cNvPr id="76" name="Shape 74"/>
          <p:cNvSpPr/>
          <p:nvPr/>
        </p:nvSpPr>
        <p:spPr>
          <a:xfrm>
            <a:off x="2788920" y="4572000"/>
            <a:ext cx="32004" cy="32004"/>
          </a:xfrm>
          <a:prstGeom prst="ellipse">
            <a:avLst/>
          </a:prstGeom>
          <a:solidFill>
            <a:srgbClr val="222A3D"/>
          </a:solidFill>
          <a:ln/>
        </p:spPr>
      </p:sp>
      <p:sp>
        <p:nvSpPr>
          <p:cNvPr id="77" name="Shape 75"/>
          <p:cNvSpPr/>
          <p:nvPr/>
        </p:nvSpPr>
        <p:spPr>
          <a:xfrm>
            <a:off x="2788920" y="5029200"/>
            <a:ext cx="32004" cy="32004"/>
          </a:xfrm>
          <a:prstGeom prst="ellipse">
            <a:avLst/>
          </a:prstGeom>
          <a:solidFill>
            <a:srgbClr val="222A3D"/>
          </a:solidFill>
          <a:ln/>
        </p:spPr>
      </p:sp>
      <p:sp>
        <p:nvSpPr>
          <p:cNvPr id="78" name="Shape 76"/>
          <p:cNvSpPr/>
          <p:nvPr/>
        </p:nvSpPr>
        <p:spPr>
          <a:xfrm>
            <a:off x="2788920" y="5486400"/>
            <a:ext cx="32004" cy="32004"/>
          </a:xfrm>
          <a:prstGeom prst="ellipse">
            <a:avLst/>
          </a:prstGeom>
          <a:solidFill>
            <a:srgbClr val="222A3D"/>
          </a:solidFill>
          <a:ln/>
        </p:spPr>
      </p:sp>
      <p:sp>
        <p:nvSpPr>
          <p:cNvPr id="79" name="Shape 77"/>
          <p:cNvSpPr/>
          <p:nvPr/>
        </p:nvSpPr>
        <p:spPr>
          <a:xfrm>
            <a:off x="2788920" y="5943600"/>
            <a:ext cx="32004" cy="32004"/>
          </a:xfrm>
          <a:prstGeom prst="ellipse">
            <a:avLst/>
          </a:prstGeom>
          <a:solidFill>
            <a:srgbClr val="222A3D"/>
          </a:solidFill>
          <a:ln/>
        </p:spPr>
      </p:sp>
      <p:sp>
        <p:nvSpPr>
          <p:cNvPr id="80" name="Shape 78"/>
          <p:cNvSpPr/>
          <p:nvPr/>
        </p:nvSpPr>
        <p:spPr>
          <a:xfrm>
            <a:off x="3246120" y="457200"/>
            <a:ext cx="32004" cy="32004"/>
          </a:xfrm>
          <a:prstGeom prst="ellipse">
            <a:avLst/>
          </a:prstGeom>
          <a:solidFill>
            <a:srgbClr val="222A3D"/>
          </a:solidFill>
          <a:ln/>
        </p:spPr>
      </p:sp>
      <p:sp>
        <p:nvSpPr>
          <p:cNvPr id="81" name="Shape 79"/>
          <p:cNvSpPr/>
          <p:nvPr/>
        </p:nvSpPr>
        <p:spPr>
          <a:xfrm>
            <a:off x="3246120" y="914400"/>
            <a:ext cx="32004" cy="32004"/>
          </a:xfrm>
          <a:prstGeom prst="ellipse">
            <a:avLst/>
          </a:prstGeom>
          <a:solidFill>
            <a:srgbClr val="222A3D"/>
          </a:solidFill>
          <a:ln/>
        </p:spPr>
      </p:sp>
      <p:sp>
        <p:nvSpPr>
          <p:cNvPr id="82" name="Shape 80"/>
          <p:cNvSpPr/>
          <p:nvPr/>
        </p:nvSpPr>
        <p:spPr>
          <a:xfrm>
            <a:off x="3246120" y="1371600"/>
            <a:ext cx="32004" cy="32004"/>
          </a:xfrm>
          <a:prstGeom prst="ellipse">
            <a:avLst/>
          </a:prstGeom>
          <a:solidFill>
            <a:srgbClr val="222A3D"/>
          </a:solidFill>
          <a:ln/>
        </p:spPr>
      </p:sp>
      <p:sp>
        <p:nvSpPr>
          <p:cNvPr id="83" name="Shape 81"/>
          <p:cNvSpPr/>
          <p:nvPr/>
        </p:nvSpPr>
        <p:spPr>
          <a:xfrm>
            <a:off x="3246120" y="1828800"/>
            <a:ext cx="32004" cy="32004"/>
          </a:xfrm>
          <a:prstGeom prst="ellipse">
            <a:avLst/>
          </a:prstGeom>
          <a:solidFill>
            <a:srgbClr val="222A3D"/>
          </a:solidFill>
          <a:ln/>
        </p:spPr>
      </p:sp>
      <p:sp>
        <p:nvSpPr>
          <p:cNvPr id="84" name="Shape 82"/>
          <p:cNvSpPr/>
          <p:nvPr/>
        </p:nvSpPr>
        <p:spPr>
          <a:xfrm>
            <a:off x="3246120" y="2286000"/>
            <a:ext cx="32004" cy="32004"/>
          </a:xfrm>
          <a:prstGeom prst="ellipse">
            <a:avLst/>
          </a:prstGeom>
          <a:solidFill>
            <a:srgbClr val="222A3D"/>
          </a:solidFill>
          <a:ln/>
        </p:spPr>
      </p:sp>
      <p:sp>
        <p:nvSpPr>
          <p:cNvPr id="85" name="Shape 83"/>
          <p:cNvSpPr/>
          <p:nvPr/>
        </p:nvSpPr>
        <p:spPr>
          <a:xfrm>
            <a:off x="3246120" y="2743200"/>
            <a:ext cx="32004" cy="32004"/>
          </a:xfrm>
          <a:prstGeom prst="ellipse">
            <a:avLst/>
          </a:prstGeom>
          <a:solidFill>
            <a:srgbClr val="222A3D"/>
          </a:solidFill>
          <a:ln/>
        </p:spPr>
      </p:sp>
      <p:sp>
        <p:nvSpPr>
          <p:cNvPr id="86" name="Shape 84"/>
          <p:cNvSpPr/>
          <p:nvPr/>
        </p:nvSpPr>
        <p:spPr>
          <a:xfrm>
            <a:off x="3246120" y="3200400"/>
            <a:ext cx="32004" cy="32004"/>
          </a:xfrm>
          <a:prstGeom prst="ellipse">
            <a:avLst/>
          </a:prstGeom>
          <a:solidFill>
            <a:srgbClr val="222A3D"/>
          </a:solidFill>
          <a:ln/>
        </p:spPr>
      </p:sp>
      <p:sp>
        <p:nvSpPr>
          <p:cNvPr id="87" name="Shape 85"/>
          <p:cNvSpPr/>
          <p:nvPr/>
        </p:nvSpPr>
        <p:spPr>
          <a:xfrm>
            <a:off x="3246120" y="3657600"/>
            <a:ext cx="32004" cy="32004"/>
          </a:xfrm>
          <a:prstGeom prst="ellipse">
            <a:avLst/>
          </a:prstGeom>
          <a:solidFill>
            <a:srgbClr val="222A3D"/>
          </a:solidFill>
          <a:ln/>
        </p:spPr>
      </p:sp>
      <p:sp>
        <p:nvSpPr>
          <p:cNvPr id="88" name="Shape 86"/>
          <p:cNvSpPr/>
          <p:nvPr/>
        </p:nvSpPr>
        <p:spPr>
          <a:xfrm>
            <a:off x="3246120" y="4114800"/>
            <a:ext cx="32004" cy="32004"/>
          </a:xfrm>
          <a:prstGeom prst="ellipse">
            <a:avLst/>
          </a:prstGeom>
          <a:solidFill>
            <a:srgbClr val="222A3D"/>
          </a:solidFill>
          <a:ln/>
        </p:spPr>
      </p:sp>
      <p:sp>
        <p:nvSpPr>
          <p:cNvPr id="89" name="Shape 87"/>
          <p:cNvSpPr/>
          <p:nvPr/>
        </p:nvSpPr>
        <p:spPr>
          <a:xfrm>
            <a:off x="3246120" y="4572000"/>
            <a:ext cx="32004" cy="32004"/>
          </a:xfrm>
          <a:prstGeom prst="ellipse">
            <a:avLst/>
          </a:prstGeom>
          <a:solidFill>
            <a:srgbClr val="222A3D"/>
          </a:solidFill>
          <a:ln/>
        </p:spPr>
      </p:sp>
      <p:sp>
        <p:nvSpPr>
          <p:cNvPr id="90" name="Shape 88"/>
          <p:cNvSpPr/>
          <p:nvPr/>
        </p:nvSpPr>
        <p:spPr>
          <a:xfrm>
            <a:off x="3246120" y="5029200"/>
            <a:ext cx="32004" cy="32004"/>
          </a:xfrm>
          <a:prstGeom prst="ellipse">
            <a:avLst/>
          </a:prstGeom>
          <a:solidFill>
            <a:srgbClr val="222A3D"/>
          </a:solidFill>
          <a:ln/>
        </p:spPr>
      </p:sp>
      <p:sp>
        <p:nvSpPr>
          <p:cNvPr id="91" name="Shape 89"/>
          <p:cNvSpPr/>
          <p:nvPr/>
        </p:nvSpPr>
        <p:spPr>
          <a:xfrm>
            <a:off x="3246120" y="5486400"/>
            <a:ext cx="32004" cy="32004"/>
          </a:xfrm>
          <a:prstGeom prst="ellipse">
            <a:avLst/>
          </a:prstGeom>
          <a:solidFill>
            <a:srgbClr val="222A3D"/>
          </a:solidFill>
          <a:ln/>
        </p:spPr>
      </p:sp>
      <p:sp>
        <p:nvSpPr>
          <p:cNvPr id="92" name="Shape 90"/>
          <p:cNvSpPr/>
          <p:nvPr/>
        </p:nvSpPr>
        <p:spPr>
          <a:xfrm>
            <a:off x="3246120" y="5943600"/>
            <a:ext cx="32004" cy="32004"/>
          </a:xfrm>
          <a:prstGeom prst="ellipse">
            <a:avLst/>
          </a:prstGeom>
          <a:solidFill>
            <a:srgbClr val="222A3D"/>
          </a:solidFill>
          <a:ln/>
        </p:spPr>
      </p:sp>
      <p:sp>
        <p:nvSpPr>
          <p:cNvPr id="93" name="Shape 91"/>
          <p:cNvSpPr/>
          <p:nvPr/>
        </p:nvSpPr>
        <p:spPr>
          <a:xfrm>
            <a:off x="3703320" y="457200"/>
            <a:ext cx="32004" cy="32004"/>
          </a:xfrm>
          <a:prstGeom prst="ellipse">
            <a:avLst/>
          </a:prstGeom>
          <a:solidFill>
            <a:srgbClr val="222A3D"/>
          </a:solidFill>
          <a:ln/>
        </p:spPr>
      </p:sp>
      <p:sp>
        <p:nvSpPr>
          <p:cNvPr id="94" name="Shape 92"/>
          <p:cNvSpPr/>
          <p:nvPr/>
        </p:nvSpPr>
        <p:spPr>
          <a:xfrm>
            <a:off x="3703320" y="914400"/>
            <a:ext cx="32004" cy="32004"/>
          </a:xfrm>
          <a:prstGeom prst="ellipse">
            <a:avLst/>
          </a:prstGeom>
          <a:solidFill>
            <a:srgbClr val="222A3D"/>
          </a:solidFill>
          <a:ln/>
        </p:spPr>
      </p:sp>
      <p:sp>
        <p:nvSpPr>
          <p:cNvPr id="95" name="Shape 93"/>
          <p:cNvSpPr/>
          <p:nvPr/>
        </p:nvSpPr>
        <p:spPr>
          <a:xfrm>
            <a:off x="3703320" y="1371600"/>
            <a:ext cx="32004" cy="32004"/>
          </a:xfrm>
          <a:prstGeom prst="ellipse">
            <a:avLst/>
          </a:prstGeom>
          <a:solidFill>
            <a:srgbClr val="222A3D"/>
          </a:solidFill>
          <a:ln/>
        </p:spPr>
      </p:sp>
      <p:sp>
        <p:nvSpPr>
          <p:cNvPr id="96" name="Shape 94"/>
          <p:cNvSpPr/>
          <p:nvPr/>
        </p:nvSpPr>
        <p:spPr>
          <a:xfrm>
            <a:off x="3703320" y="1828800"/>
            <a:ext cx="32004" cy="32004"/>
          </a:xfrm>
          <a:prstGeom prst="ellipse">
            <a:avLst/>
          </a:prstGeom>
          <a:solidFill>
            <a:srgbClr val="222A3D"/>
          </a:solidFill>
          <a:ln/>
        </p:spPr>
      </p:sp>
      <p:sp>
        <p:nvSpPr>
          <p:cNvPr id="97" name="Shape 95"/>
          <p:cNvSpPr/>
          <p:nvPr/>
        </p:nvSpPr>
        <p:spPr>
          <a:xfrm>
            <a:off x="3703320" y="2286000"/>
            <a:ext cx="32004" cy="32004"/>
          </a:xfrm>
          <a:prstGeom prst="ellipse">
            <a:avLst/>
          </a:prstGeom>
          <a:solidFill>
            <a:srgbClr val="222A3D"/>
          </a:solidFill>
          <a:ln/>
        </p:spPr>
      </p:sp>
      <p:sp>
        <p:nvSpPr>
          <p:cNvPr id="98" name="Shape 96"/>
          <p:cNvSpPr/>
          <p:nvPr/>
        </p:nvSpPr>
        <p:spPr>
          <a:xfrm>
            <a:off x="3703320" y="2743200"/>
            <a:ext cx="32004" cy="32004"/>
          </a:xfrm>
          <a:prstGeom prst="ellipse">
            <a:avLst/>
          </a:prstGeom>
          <a:solidFill>
            <a:srgbClr val="222A3D"/>
          </a:solidFill>
          <a:ln/>
        </p:spPr>
      </p:sp>
      <p:sp>
        <p:nvSpPr>
          <p:cNvPr id="99" name="Shape 97"/>
          <p:cNvSpPr/>
          <p:nvPr/>
        </p:nvSpPr>
        <p:spPr>
          <a:xfrm>
            <a:off x="3703320" y="3200400"/>
            <a:ext cx="32004" cy="32004"/>
          </a:xfrm>
          <a:prstGeom prst="ellipse">
            <a:avLst/>
          </a:prstGeom>
          <a:solidFill>
            <a:srgbClr val="222A3D"/>
          </a:solidFill>
          <a:ln/>
        </p:spPr>
      </p:sp>
      <p:sp>
        <p:nvSpPr>
          <p:cNvPr id="100" name="Shape 98"/>
          <p:cNvSpPr/>
          <p:nvPr/>
        </p:nvSpPr>
        <p:spPr>
          <a:xfrm>
            <a:off x="3703320" y="3657600"/>
            <a:ext cx="32004" cy="32004"/>
          </a:xfrm>
          <a:prstGeom prst="ellipse">
            <a:avLst/>
          </a:prstGeom>
          <a:solidFill>
            <a:srgbClr val="222A3D"/>
          </a:solidFill>
          <a:ln/>
        </p:spPr>
      </p:sp>
      <p:sp>
        <p:nvSpPr>
          <p:cNvPr id="101" name="Shape 99"/>
          <p:cNvSpPr/>
          <p:nvPr/>
        </p:nvSpPr>
        <p:spPr>
          <a:xfrm>
            <a:off x="3703320" y="4114800"/>
            <a:ext cx="32004" cy="32004"/>
          </a:xfrm>
          <a:prstGeom prst="ellipse">
            <a:avLst/>
          </a:prstGeom>
          <a:solidFill>
            <a:srgbClr val="222A3D"/>
          </a:solidFill>
          <a:ln/>
        </p:spPr>
      </p:sp>
      <p:sp>
        <p:nvSpPr>
          <p:cNvPr id="102" name="Shape 100"/>
          <p:cNvSpPr/>
          <p:nvPr/>
        </p:nvSpPr>
        <p:spPr>
          <a:xfrm>
            <a:off x="3703320" y="4572000"/>
            <a:ext cx="32004" cy="32004"/>
          </a:xfrm>
          <a:prstGeom prst="ellipse">
            <a:avLst/>
          </a:prstGeom>
          <a:solidFill>
            <a:srgbClr val="222A3D"/>
          </a:solidFill>
          <a:ln/>
        </p:spPr>
      </p:sp>
      <p:sp>
        <p:nvSpPr>
          <p:cNvPr id="103" name="Shape 101"/>
          <p:cNvSpPr/>
          <p:nvPr/>
        </p:nvSpPr>
        <p:spPr>
          <a:xfrm>
            <a:off x="3703320" y="5029200"/>
            <a:ext cx="32004" cy="32004"/>
          </a:xfrm>
          <a:prstGeom prst="ellipse">
            <a:avLst/>
          </a:prstGeom>
          <a:solidFill>
            <a:srgbClr val="222A3D"/>
          </a:solidFill>
          <a:ln/>
        </p:spPr>
      </p:sp>
      <p:sp>
        <p:nvSpPr>
          <p:cNvPr id="104" name="Shape 102"/>
          <p:cNvSpPr/>
          <p:nvPr/>
        </p:nvSpPr>
        <p:spPr>
          <a:xfrm>
            <a:off x="3703320" y="5486400"/>
            <a:ext cx="32004" cy="32004"/>
          </a:xfrm>
          <a:prstGeom prst="ellipse">
            <a:avLst/>
          </a:prstGeom>
          <a:solidFill>
            <a:srgbClr val="222A3D"/>
          </a:solidFill>
          <a:ln/>
        </p:spPr>
      </p:sp>
      <p:sp>
        <p:nvSpPr>
          <p:cNvPr id="105" name="Shape 103"/>
          <p:cNvSpPr/>
          <p:nvPr/>
        </p:nvSpPr>
        <p:spPr>
          <a:xfrm>
            <a:off x="3703320" y="5943600"/>
            <a:ext cx="32004" cy="32004"/>
          </a:xfrm>
          <a:prstGeom prst="ellipse">
            <a:avLst/>
          </a:prstGeom>
          <a:solidFill>
            <a:srgbClr val="222A3D"/>
          </a:solidFill>
          <a:ln/>
        </p:spPr>
      </p:sp>
      <p:sp>
        <p:nvSpPr>
          <p:cNvPr id="106" name="Shape 104"/>
          <p:cNvSpPr/>
          <p:nvPr/>
        </p:nvSpPr>
        <p:spPr>
          <a:xfrm>
            <a:off x="4160520" y="457200"/>
            <a:ext cx="32004" cy="32004"/>
          </a:xfrm>
          <a:prstGeom prst="ellipse">
            <a:avLst/>
          </a:prstGeom>
          <a:solidFill>
            <a:srgbClr val="222A3D"/>
          </a:solidFill>
          <a:ln/>
        </p:spPr>
      </p:sp>
      <p:sp>
        <p:nvSpPr>
          <p:cNvPr id="107" name="Shape 105"/>
          <p:cNvSpPr/>
          <p:nvPr/>
        </p:nvSpPr>
        <p:spPr>
          <a:xfrm>
            <a:off x="4160520" y="914400"/>
            <a:ext cx="32004" cy="32004"/>
          </a:xfrm>
          <a:prstGeom prst="ellipse">
            <a:avLst/>
          </a:prstGeom>
          <a:solidFill>
            <a:srgbClr val="222A3D"/>
          </a:solidFill>
          <a:ln/>
        </p:spPr>
      </p:sp>
      <p:sp>
        <p:nvSpPr>
          <p:cNvPr id="108" name="Shape 106"/>
          <p:cNvSpPr/>
          <p:nvPr/>
        </p:nvSpPr>
        <p:spPr>
          <a:xfrm>
            <a:off x="4160520" y="1371600"/>
            <a:ext cx="32004" cy="32004"/>
          </a:xfrm>
          <a:prstGeom prst="ellipse">
            <a:avLst/>
          </a:prstGeom>
          <a:solidFill>
            <a:srgbClr val="222A3D"/>
          </a:solidFill>
          <a:ln/>
        </p:spPr>
      </p:sp>
      <p:sp>
        <p:nvSpPr>
          <p:cNvPr id="109" name="Shape 107"/>
          <p:cNvSpPr/>
          <p:nvPr/>
        </p:nvSpPr>
        <p:spPr>
          <a:xfrm>
            <a:off x="4160520" y="1828800"/>
            <a:ext cx="32004" cy="32004"/>
          </a:xfrm>
          <a:prstGeom prst="ellipse">
            <a:avLst/>
          </a:prstGeom>
          <a:solidFill>
            <a:srgbClr val="222A3D"/>
          </a:solidFill>
          <a:ln/>
        </p:spPr>
      </p:sp>
      <p:sp>
        <p:nvSpPr>
          <p:cNvPr id="110" name="Shape 108"/>
          <p:cNvSpPr/>
          <p:nvPr/>
        </p:nvSpPr>
        <p:spPr>
          <a:xfrm>
            <a:off x="4160520" y="2286000"/>
            <a:ext cx="32004" cy="32004"/>
          </a:xfrm>
          <a:prstGeom prst="ellipse">
            <a:avLst/>
          </a:prstGeom>
          <a:solidFill>
            <a:srgbClr val="222A3D"/>
          </a:solidFill>
          <a:ln/>
        </p:spPr>
      </p:sp>
      <p:sp>
        <p:nvSpPr>
          <p:cNvPr id="111" name="Shape 109"/>
          <p:cNvSpPr/>
          <p:nvPr/>
        </p:nvSpPr>
        <p:spPr>
          <a:xfrm>
            <a:off x="4160520" y="2743200"/>
            <a:ext cx="32004" cy="32004"/>
          </a:xfrm>
          <a:prstGeom prst="ellipse">
            <a:avLst/>
          </a:prstGeom>
          <a:solidFill>
            <a:srgbClr val="222A3D"/>
          </a:solidFill>
          <a:ln/>
        </p:spPr>
      </p:sp>
      <p:sp>
        <p:nvSpPr>
          <p:cNvPr id="112" name="Shape 110"/>
          <p:cNvSpPr/>
          <p:nvPr/>
        </p:nvSpPr>
        <p:spPr>
          <a:xfrm>
            <a:off x="4160520" y="3200400"/>
            <a:ext cx="32004" cy="32004"/>
          </a:xfrm>
          <a:prstGeom prst="ellipse">
            <a:avLst/>
          </a:prstGeom>
          <a:solidFill>
            <a:srgbClr val="222A3D"/>
          </a:solidFill>
          <a:ln/>
        </p:spPr>
      </p:sp>
      <p:sp>
        <p:nvSpPr>
          <p:cNvPr id="113" name="Shape 111"/>
          <p:cNvSpPr/>
          <p:nvPr/>
        </p:nvSpPr>
        <p:spPr>
          <a:xfrm>
            <a:off x="4160520" y="3657600"/>
            <a:ext cx="32004" cy="32004"/>
          </a:xfrm>
          <a:prstGeom prst="ellipse">
            <a:avLst/>
          </a:prstGeom>
          <a:solidFill>
            <a:srgbClr val="222A3D"/>
          </a:solidFill>
          <a:ln/>
        </p:spPr>
      </p:sp>
      <p:sp>
        <p:nvSpPr>
          <p:cNvPr id="114" name="Shape 112"/>
          <p:cNvSpPr/>
          <p:nvPr/>
        </p:nvSpPr>
        <p:spPr>
          <a:xfrm>
            <a:off x="4160520" y="4114800"/>
            <a:ext cx="32004" cy="32004"/>
          </a:xfrm>
          <a:prstGeom prst="ellipse">
            <a:avLst/>
          </a:prstGeom>
          <a:solidFill>
            <a:srgbClr val="222A3D"/>
          </a:solidFill>
          <a:ln/>
        </p:spPr>
      </p:sp>
      <p:sp>
        <p:nvSpPr>
          <p:cNvPr id="115" name="Shape 113"/>
          <p:cNvSpPr/>
          <p:nvPr/>
        </p:nvSpPr>
        <p:spPr>
          <a:xfrm>
            <a:off x="4160520" y="4572000"/>
            <a:ext cx="32004" cy="32004"/>
          </a:xfrm>
          <a:prstGeom prst="ellipse">
            <a:avLst/>
          </a:prstGeom>
          <a:solidFill>
            <a:srgbClr val="222A3D"/>
          </a:solidFill>
          <a:ln/>
        </p:spPr>
      </p:sp>
      <p:sp>
        <p:nvSpPr>
          <p:cNvPr id="116" name="Shape 114"/>
          <p:cNvSpPr/>
          <p:nvPr/>
        </p:nvSpPr>
        <p:spPr>
          <a:xfrm>
            <a:off x="4160520" y="5029200"/>
            <a:ext cx="32004" cy="32004"/>
          </a:xfrm>
          <a:prstGeom prst="ellipse">
            <a:avLst/>
          </a:prstGeom>
          <a:solidFill>
            <a:srgbClr val="222A3D"/>
          </a:solidFill>
          <a:ln/>
        </p:spPr>
      </p:sp>
      <p:sp>
        <p:nvSpPr>
          <p:cNvPr id="117" name="Shape 115"/>
          <p:cNvSpPr/>
          <p:nvPr/>
        </p:nvSpPr>
        <p:spPr>
          <a:xfrm>
            <a:off x="4160520" y="5486400"/>
            <a:ext cx="32004" cy="32004"/>
          </a:xfrm>
          <a:prstGeom prst="ellipse">
            <a:avLst/>
          </a:prstGeom>
          <a:solidFill>
            <a:srgbClr val="222A3D"/>
          </a:solidFill>
          <a:ln/>
        </p:spPr>
      </p:sp>
      <p:sp>
        <p:nvSpPr>
          <p:cNvPr id="118" name="Shape 116"/>
          <p:cNvSpPr/>
          <p:nvPr/>
        </p:nvSpPr>
        <p:spPr>
          <a:xfrm>
            <a:off x="4160520" y="5943600"/>
            <a:ext cx="32004" cy="32004"/>
          </a:xfrm>
          <a:prstGeom prst="ellipse">
            <a:avLst/>
          </a:prstGeom>
          <a:solidFill>
            <a:srgbClr val="222A3D"/>
          </a:solidFill>
          <a:ln/>
        </p:spPr>
      </p:sp>
      <p:sp>
        <p:nvSpPr>
          <p:cNvPr id="119" name="Shape 117"/>
          <p:cNvSpPr/>
          <p:nvPr/>
        </p:nvSpPr>
        <p:spPr>
          <a:xfrm>
            <a:off x="4617720" y="457200"/>
            <a:ext cx="32004" cy="32004"/>
          </a:xfrm>
          <a:prstGeom prst="ellipse">
            <a:avLst/>
          </a:prstGeom>
          <a:solidFill>
            <a:srgbClr val="222A3D"/>
          </a:solidFill>
          <a:ln/>
        </p:spPr>
      </p:sp>
      <p:sp>
        <p:nvSpPr>
          <p:cNvPr id="120" name="Shape 118"/>
          <p:cNvSpPr/>
          <p:nvPr/>
        </p:nvSpPr>
        <p:spPr>
          <a:xfrm>
            <a:off x="4617720" y="914400"/>
            <a:ext cx="32004" cy="32004"/>
          </a:xfrm>
          <a:prstGeom prst="ellipse">
            <a:avLst/>
          </a:prstGeom>
          <a:solidFill>
            <a:srgbClr val="222A3D"/>
          </a:solidFill>
          <a:ln/>
        </p:spPr>
      </p:sp>
      <p:sp>
        <p:nvSpPr>
          <p:cNvPr id="121" name="Shape 119"/>
          <p:cNvSpPr/>
          <p:nvPr/>
        </p:nvSpPr>
        <p:spPr>
          <a:xfrm>
            <a:off x="4617720" y="1371600"/>
            <a:ext cx="32004" cy="32004"/>
          </a:xfrm>
          <a:prstGeom prst="ellipse">
            <a:avLst/>
          </a:prstGeom>
          <a:solidFill>
            <a:srgbClr val="222A3D"/>
          </a:solidFill>
          <a:ln/>
        </p:spPr>
      </p:sp>
      <p:sp>
        <p:nvSpPr>
          <p:cNvPr id="122" name="Shape 120"/>
          <p:cNvSpPr/>
          <p:nvPr/>
        </p:nvSpPr>
        <p:spPr>
          <a:xfrm>
            <a:off x="4617720" y="1828800"/>
            <a:ext cx="32004" cy="32004"/>
          </a:xfrm>
          <a:prstGeom prst="ellipse">
            <a:avLst/>
          </a:prstGeom>
          <a:solidFill>
            <a:srgbClr val="222A3D"/>
          </a:solidFill>
          <a:ln/>
        </p:spPr>
      </p:sp>
      <p:sp>
        <p:nvSpPr>
          <p:cNvPr id="123" name="Shape 121"/>
          <p:cNvSpPr/>
          <p:nvPr/>
        </p:nvSpPr>
        <p:spPr>
          <a:xfrm>
            <a:off x="4617720" y="2286000"/>
            <a:ext cx="32004" cy="32004"/>
          </a:xfrm>
          <a:prstGeom prst="ellipse">
            <a:avLst/>
          </a:prstGeom>
          <a:solidFill>
            <a:srgbClr val="222A3D"/>
          </a:solidFill>
          <a:ln/>
        </p:spPr>
      </p:sp>
      <p:sp>
        <p:nvSpPr>
          <p:cNvPr id="124" name="Shape 122"/>
          <p:cNvSpPr/>
          <p:nvPr/>
        </p:nvSpPr>
        <p:spPr>
          <a:xfrm>
            <a:off x="4617720" y="2743200"/>
            <a:ext cx="32004" cy="32004"/>
          </a:xfrm>
          <a:prstGeom prst="ellipse">
            <a:avLst/>
          </a:prstGeom>
          <a:solidFill>
            <a:srgbClr val="222A3D"/>
          </a:solidFill>
          <a:ln/>
        </p:spPr>
      </p:sp>
      <p:sp>
        <p:nvSpPr>
          <p:cNvPr id="125" name="Shape 123"/>
          <p:cNvSpPr/>
          <p:nvPr/>
        </p:nvSpPr>
        <p:spPr>
          <a:xfrm>
            <a:off x="4617720" y="3200400"/>
            <a:ext cx="32004" cy="32004"/>
          </a:xfrm>
          <a:prstGeom prst="ellipse">
            <a:avLst/>
          </a:prstGeom>
          <a:solidFill>
            <a:srgbClr val="222A3D"/>
          </a:solidFill>
          <a:ln/>
        </p:spPr>
      </p:sp>
      <p:sp>
        <p:nvSpPr>
          <p:cNvPr id="126" name="Shape 124"/>
          <p:cNvSpPr/>
          <p:nvPr/>
        </p:nvSpPr>
        <p:spPr>
          <a:xfrm>
            <a:off x="4617720" y="3657600"/>
            <a:ext cx="32004" cy="32004"/>
          </a:xfrm>
          <a:prstGeom prst="ellipse">
            <a:avLst/>
          </a:prstGeom>
          <a:solidFill>
            <a:srgbClr val="222A3D"/>
          </a:solidFill>
          <a:ln/>
        </p:spPr>
      </p:sp>
      <p:sp>
        <p:nvSpPr>
          <p:cNvPr id="127" name="Shape 125"/>
          <p:cNvSpPr/>
          <p:nvPr/>
        </p:nvSpPr>
        <p:spPr>
          <a:xfrm>
            <a:off x="4617720" y="4114800"/>
            <a:ext cx="32004" cy="32004"/>
          </a:xfrm>
          <a:prstGeom prst="ellipse">
            <a:avLst/>
          </a:prstGeom>
          <a:solidFill>
            <a:srgbClr val="222A3D"/>
          </a:solidFill>
          <a:ln/>
        </p:spPr>
      </p:sp>
      <p:sp>
        <p:nvSpPr>
          <p:cNvPr id="128" name="Shape 126"/>
          <p:cNvSpPr/>
          <p:nvPr/>
        </p:nvSpPr>
        <p:spPr>
          <a:xfrm>
            <a:off x="4617720" y="4572000"/>
            <a:ext cx="32004" cy="32004"/>
          </a:xfrm>
          <a:prstGeom prst="ellipse">
            <a:avLst/>
          </a:prstGeom>
          <a:solidFill>
            <a:srgbClr val="222A3D"/>
          </a:solidFill>
          <a:ln/>
        </p:spPr>
      </p:sp>
      <p:sp>
        <p:nvSpPr>
          <p:cNvPr id="129" name="Shape 127"/>
          <p:cNvSpPr/>
          <p:nvPr/>
        </p:nvSpPr>
        <p:spPr>
          <a:xfrm>
            <a:off x="4617720" y="5029200"/>
            <a:ext cx="32004" cy="32004"/>
          </a:xfrm>
          <a:prstGeom prst="ellipse">
            <a:avLst/>
          </a:prstGeom>
          <a:solidFill>
            <a:srgbClr val="222A3D"/>
          </a:solidFill>
          <a:ln/>
        </p:spPr>
      </p:sp>
      <p:sp>
        <p:nvSpPr>
          <p:cNvPr id="130" name="Shape 128"/>
          <p:cNvSpPr/>
          <p:nvPr/>
        </p:nvSpPr>
        <p:spPr>
          <a:xfrm>
            <a:off x="4617720" y="5486400"/>
            <a:ext cx="32004" cy="32004"/>
          </a:xfrm>
          <a:prstGeom prst="ellipse">
            <a:avLst/>
          </a:prstGeom>
          <a:solidFill>
            <a:srgbClr val="222A3D"/>
          </a:solidFill>
          <a:ln/>
        </p:spPr>
      </p:sp>
      <p:sp>
        <p:nvSpPr>
          <p:cNvPr id="131" name="Shape 129"/>
          <p:cNvSpPr/>
          <p:nvPr/>
        </p:nvSpPr>
        <p:spPr>
          <a:xfrm>
            <a:off x="4617720" y="5943600"/>
            <a:ext cx="32004" cy="32004"/>
          </a:xfrm>
          <a:prstGeom prst="ellipse">
            <a:avLst/>
          </a:prstGeom>
          <a:solidFill>
            <a:srgbClr val="222A3D"/>
          </a:solidFill>
          <a:ln/>
        </p:spPr>
      </p:sp>
      <p:sp>
        <p:nvSpPr>
          <p:cNvPr id="132" name="Shape 130"/>
          <p:cNvSpPr/>
          <p:nvPr/>
        </p:nvSpPr>
        <p:spPr>
          <a:xfrm>
            <a:off x="5074920" y="457200"/>
            <a:ext cx="32004" cy="32004"/>
          </a:xfrm>
          <a:prstGeom prst="ellipse">
            <a:avLst/>
          </a:prstGeom>
          <a:solidFill>
            <a:srgbClr val="222A3D"/>
          </a:solidFill>
          <a:ln/>
        </p:spPr>
      </p:sp>
      <p:sp>
        <p:nvSpPr>
          <p:cNvPr id="133" name="Shape 131"/>
          <p:cNvSpPr/>
          <p:nvPr/>
        </p:nvSpPr>
        <p:spPr>
          <a:xfrm>
            <a:off x="5074920" y="914400"/>
            <a:ext cx="32004" cy="32004"/>
          </a:xfrm>
          <a:prstGeom prst="ellipse">
            <a:avLst/>
          </a:prstGeom>
          <a:solidFill>
            <a:srgbClr val="222A3D"/>
          </a:solidFill>
          <a:ln/>
        </p:spPr>
      </p:sp>
      <p:sp>
        <p:nvSpPr>
          <p:cNvPr id="134" name="Shape 132"/>
          <p:cNvSpPr/>
          <p:nvPr/>
        </p:nvSpPr>
        <p:spPr>
          <a:xfrm>
            <a:off x="5074920" y="1371600"/>
            <a:ext cx="32004" cy="32004"/>
          </a:xfrm>
          <a:prstGeom prst="ellipse">
            <a:avLst/>
          </a:prstGeom>
          <a:solidFill>
            <a:srgbClr val="222A3D"/>
          </a:solidFill>
          <a:ln/>
        </p:spPr>
      </p:sp>
      <p:sp>
        <p:nvSpPr>
          <p:cNvPr id="135" name="Shape 133"/>
          <p:cNvSpPr/>
          <p:nvPr/>
        </p:nvSpPr>
        <p:spPr>
          <a:xfrm>
            <a:off x="5074920" y="1828800"/>
            <a:ext cx="32004" cy="32004"/>
          </a:xfrm>
          <a:prstGeom prst="ellipse">
            <a:avLst/>
          </a:prstGeom>
          <a:solidFill>
            <a:srgbClr val="222A3D"/>
          </a:solidFill>
          <a:ln/>
        </p:spPr>
      </p:sp>
      <p:sp>
        <p:nvSpPr>
          <p:cNvPr id="136" name="Shape 134"/>
          <p:cNvSpPr/>
          <p:nvPr/>
        </p:nvSpPr>
        <p:spPr>
          <a:xfrm>
            <a:off x="5074920" y="2286000"/>
            <a:ext cx="32004" cy="32004"/>
          </a:xfrm>
          <a:prstGeom prst="ellipse">
            <a:avLst/>
          </a:prstGeom>
          <a:solidFill>
            <a:srgbClr val="222A3D"/>
          </a:solidFill>
          <a:ln/>
        </p:spPr>
      </p:sp>
      <p:sp>
        <p:nvSpPr>
          <p:cNvPr id="137" name="Shape 135"/>
          <p:cNvSpPr/>
          <p:nvPr/>
        </p:nvSpPr>
        <p:spPr>
          <a:xfrm>
            <a:off x="5074920" y="2743200"/>
            <a:ext cx="32004" cy="32004"/>
          </a:xfrm>
          <a:prstGeom prst="ellipse">
            <a:avLst/>
          </a:prstGeom>
          <a:solidFill>
            <a:srgbClr val="222A3D"/>
          </a:solidFill>
          <a:ln/>
        </p:spPr>
      </p:sp>
      <p:sp>
        <p:nvSpPr>
          <p:cNvPr id="138" name="Shape 136"/>
          <p:cNvSpPr/>
          <p:nvPr/>
        </p:nvSpPr>
        <p:spPr>
          <a:xfrm>
            <a:off x="5074920" y="3200400"/>
            <a:ext cx="32004" cy="32004"/>
          </a:xfrm>
          <a:prstGeom prst="ellipse">
            <a:avLst/>
          </a:prstGeom>
          <a:solidFill>
            <a:srgbClr val="222A3D"/>
          </a:solidFill>
          <a:ln/>
        </p:spPr>
      </p:sp>
      <p:sp>
        <p:nvSpPr>
          <p:cNvPr id="139" name="Shape 137"/>
          <p:cNvSpPr/>
          <p:nvPr/>
        </p:nvSpPr>
        <p:spPr>
          <a:xfrm>
            <a:off x="5074920" y="3657600"/>
            <a:ext cx="32004" cy="32004"/>
          </a:xfrm>
          <a:prstGeom prst="ellipse">
            <a:avLst/>
          </a:prstGeom>
          <a:solidFill>
            <a:srgbClr val="222A3D"/>
          </a:solidFill>
          <a:ln/>
        </p:spPr>
      </p:sp>
      <p:sp>
        <p:nvSpPr>
          <p:cNvPr id="140" name="Shape 138"/>
          <p:cNvSpPr/>
          <p:nvPr/>
        </p:nvSpPr>
        <p:spPr>
          <a:xfrm>
            <a:off x="5074920" y="4114800"/>
            <a:ext cx="32004" cy="32004"/>
          </a:xfrm>
          <a:prstGeom prst="ellipse">
            <a:avLst/>
          </a:prstGeom>
          <a:solidFill>
            <a:srgbClr val="222A3D"/>
          </a:solidFill>
          <a:ln/>
        </p:spPr>
      </p:sp>
      <p:sp>
        <p:nvSpPr>
          <p:cNvPr id="141" name="Shape 139"/>
          <p:cNvSpPr/>
          <p:nvPr/>
        </p:nvSpPr>
        <p:spPr>
          <a:xfrm>
            <a:off x="5074920" y="4572000"/>
            <a:ext cx="32004" cy="32004"/>
          </a:xfrm>
          <a:prstGeom prst="ellipse">
            <a:avLst/>
          </a:prstGeom>
          <a:solidFill>
            <a:srgbClr val="222A3D"/>
          </a:solidFill>
          <a:ln/>
        </p:spPr>
      </p:sp>
      <p:sp>
        <p:nvSpPr>
          <p:cNvPr id="142" name="Shape 140"/>
          <p:cNvSpPr/>
          <p:nvPr/>
        </p:nvSpPr>
        <p:spPr>
          <a:xfrm>
            <a:off x="5074920" y="5029200"/>
            <a:ext cx="32004" cy="32004"/>
          </a:xfrm>
          <a:prstGeom prst="ellipse">
            <a:avLst/>
          </a:prstGeom>
          <a:solidFill>
            <a:srgbClr val="222A3D"/>
          </a:solidFill>
          <a:ln/>
        </p:spPr>
      </p:sp>
      <p:sp>
        <p:nvSpPr>
          <p:cNvPr id="143" name="Shape 141"/>
          <p:cNvSpPr/>
          <p:nvPr/>
        </p:nvSpPr>
        <p:spPr>
          <a:xfrm>
            <a:off x="5074920" y="5486400"/>
            <a:ext cx="32004" cy="32004"/>
          </a:xfrm>
          <a:prstGeom prst="ellipse">
            <a:avLst/>
          </a:prstGeom>
          <a:solidFill>
            <a:srgbClr val="222A3D"/>
          </a:solidFill>
          <a:ln/>
        </p:spPr>
      </p:sp>
      <p:sp>
        <p:nvSpPr>
          <p:cNvPr id="144" name="Shape 142"/>
          <p:cNvSpPr/>
          <p:nvPr/>
        </p:nvSpPr>
        <p:spPr>
          <a:xfrm>
            <a:off x="5074920" y="5943600"/>
            <a:ext cx="32004" cy="32004"/>
          </a:xfrm>
          <a:prstGeom prst="ellipse">
            <a:avLst/>
          </a:prstGeom>
          <a:solidFill>
            <a:srgbClr val="222A3D"/>
          </a:solidFill>
          <a:ln/>
        </p:spPr>
      </p:sp>
      <p:sp>
        <p:nvSpPr>
          <p:cNvPr id="145" name="Shape 143"/>
          <p:cNvSpPr/>
          <p:nvPr/>
        </p:nvSpPr>
        <p:spPr>
          <a:xfrm>
            <a:off x="5532120" y="457200"/>
            <a:ext cx="32004" cy="32004"/>
          </a:xfrm>
          <a:prstGeom prst="ellipse">
            <a:avLst/>
          </a:prstGeom>
          <a:solidFill>
            <a:srgbClr val="222A3D"/>
          </a:solidFill>
          <a:ln/>
        </p:spPr>
      </p:sp>
      <p:sp>
        <p:nvSpPr>
          <p:cNvPr id="146" name="Shape 144"/>
          <p:cNvSpPr/>
          <p:nvPr/>
        </p:nvSpPr>
        <p:spPr>
          <a:xfrm>
            <a:off x="5532120" y="914400"/>
            <a:ext cx="32004" cy="32004"/>
          </a:xfrm>
          <a:prstGeom prst="ellipse">
            <a:avLst/>
          </a:prstGeom>
          <a:solidFill>
            <a:srgbClr val="222A3D"/>
          </a:solidFill>
          <a:ln/>
        </p:spPr>
      </p:sp>
      <p:sp>
        <p:nvSpPr>
          <p:cNvPr id="147" name="Shape 145"/>
          <p:cNvSpPr/>
          <p:nvPr/>
        </p:nvSpPr>
        <p:spPr>
          <a:xfrm>
            <a:off x="5532120" y="1371600"/>
            <a:ext cx="32004" cy="32004"/>
          </a:xfrm>
          <a:prstGeom prst="ellipse">
            <a:avLst/>
          </a:prstGeom>
          <a:solidFill>
            <a:srgbClr val="222A3D"/>
          </a:solidFill>
          <a:ln/>
        </p:spPr>
      </p:sp>
      <p:sp>
        <p:nvSpPr>
          <p:cNvPr id="148" name="Shape 146"/>
          <p:cNvSpPr/>
          <p:nvPr/>
        </p:nvSpPr>
        <p:spPr>
          <a:xfrm>
            <a:off x="5532120" y="1828800"/>
            <a:ext cx="32004" cy="32004"/>
          </a:xfrm>
          <a:prstGeom prst="ellipse">
            <a:avLst/>
          </a:prstGeom>
          <a:solidFill>
            <a:srgbClr val="222A3D"/>
          </a:solidFill>
          <a:ln/>
        </p:spPr>
      </p:sp>
      <p:sp>
        <p:nvSpPr>
          <p:cNvPr id="149" name="Shape 147"/>
          <p:cNvSpPr/>
          <p:nvPr/>
        </p:nvSpPr>
        <p:spPr>
          <a:xfrm>
            <a:off x="5532120" y="2286000"/>
            <a:ext cx="32004" cy="32004"/>
          </a:xfrm>
          <a:prstGeom prst="ellipse">
            <a:avLst/>
          </a:prstGeom>
          <a:solidFill>
            <a:srgbClr val="222A3D"/>
          </a:solidFill>
          <a:ln/>
        </p:spPr>
      </p:sp>
      <p:sp>
        <p:nvSpPr>
          <p:cNvPr id="150" name="Shape 148"/>
          <p:cNvSpPr/>
          <p:nvPr/>
        </p:nvSpPr>
        <p:spPr>
          <a:xfrm>
            <a:off x="5532120" y="2743200"/>
            <a:ext cx="32004" cy="32004"/>
          </a:xfrm>
          <a:prstGeom prst="ellipse">
            <a:avLst/>
          </a:prstGeom>
          <a:solidFill>
            <a:srgbClr val="222A3D"/>
          </a:solidFill>
          <a:ln/>
        </p:spPr>
      </p:sp>
      <p:sp>
        <p:nvSpPr>
          <p:cNvPr id="151" name="Shape 149"/>
          <p:cNvSpPr/>
          <p:nvPr/>
        </p:nvSpPr>
        <p:spPr>
          <a:xfrm>
            <a:off x="5532120" y="3200400"/>
            <a:ext cx="32004" cy="32004"/>
          </a:xfrm>
          <a:prstGeom prst="ellipse">
            <a:avLst/>
          </a:prstGeom>
          <a:solidFill>
            <a:srgbClr val="222A3D"/>
          </a:solidFill>
          <a:ln/>
        </p:spPr>
      </p:sp>
      <p:sp>
        <p:nvSpPr>
          <p:cNvPr id="152" name="Shape 150"/>
          <p:cNvSpPr/>
          <p:nvPr/>
        </p:nvSpPr>
        <p:spPr>
          <a:xfrm>
            <a:off x="5532120" y="3657600"/>
            <a:ext cx="32004" cy="32004"/>
          </a:xfrm>
          <a:prstGeom prst="ellipse">
            <a:avLst/>
          </a:prstGeom>
          <a:solidFill>
            <a:srgbClr val="222A3D"/>
          </a:solidFill>
          <a:ln/>
        </p:spPr>
      </p:sp>
      <p:sp>
        <p:nvSpPr>
          <p:cNvPr id="153" name="Shape 151"/>
          <p:cNvSpPr/>
          <p:nvPr/>
        </p:nvSpPr>
        <p:spPr>
          <a:xfrm>
            <a:off x="5532120" y="4114800"/>
            <a:ext cx="32004" cy="32004"/>
          </a:xfrm>
          <a:prstGeom prst="ellipse">
            <a:avLst/>
          </a:prstGeom>
          <a:solidFill>
            <a:srgbClr val="222A3D"/>
          </a:solidFill>
          <a:ln/>
        </p:spPr>
      </p:sp>
      <p:sp>
        <p:nvSpPr>
          <p:cNvPr id="154" name="Shape 152"/>
          <p:cNvSpPr/>
          <p:nvPr/>
        </p:nvSpPr>
        <p:spPr>
          <a:xfrm>
            <a:off x="5532120" y="4572000"/>
            <a:ext cx="32004" cy="32004"/>
          </a:xfrm>
          <a:prstGeom prst="ellipse">
            <a:avLst/>
          </a:prstGeom>
          <a:solidFill>
            <a:srgbClr val="222A3D"/>
          </a:solidFill>
          <a:ln/>
        </p:spPr>
      </p:sp>
      <p:sp>
        <p:nvSpPr>
          <p:cNvPr id="155" name="Shape 153"/>
          <p:cNvSpPr/>
          <p:nvPr/>
        </p:nvSpPr>
        <p:spPr>
          <a:xfrm>
            <a:off x="5532120" y="5029200"/>
            <a:ext cx="32004" cy="32004"/>
          </a:xfrm>
          <a:prstGeom prst="ellipse">
            <a:avLst/>
          </a:prstGeom>
          <a:solidFill>
            <a:srgbClr val="222A3D"/>
          </a:solidFill>
          <a:ln/>
        </p:spPr>
      </p:sp>
      <p:sp>
        <p:nvSpPr>
          <p:cNvPr id="156" name="Shape 154"/>
          <p:cNvSpPr/>
          <p:nvPr/>
        </p:nvSpPr>
        <p:spPr>
          <a:xfrm>
            <a:off x="5532120" y="5486400"/>
            <a:ext cx="32004" cy="32004"/>
          </a:xfrm>
          <a:prstGeom prst="ellipse">
            <a:avLst/>
          </a:prstGeom>
          <a:solidFill>
            <a:srgbClr val="222A3D"/>
          </a:solidFill>
          <a:ln/>
        </p:spPr>
      </p:sp>
      <p:sp>
        <p:nvSpPr>
          <p:cNvPr id="157" name="Shape 155"/>
          <p:cNvSpPr/>
          <p:nvPr/>
        </p:nvSpPr>
        <p:spPr>
          <a:xfrm>
            <a:off x="5532120" y="5943600"/>
            <a:ext cx="32004" cy="32004"/>
          </a:xfrm>
          <a:prstGeom prst="ellipse">
            <a:avLst/>
          </a:prstGeom>
          <a:solidFill>
            <a:srgbClr val="222A3D"/>
          </a:solidFill>
          <a:ln/>
        </p:spPr>
      </p:sp>
      <p:sp>
        <p:nvSpPr>
          <p:cNvPr id="158" name="Shape 156"/>
          <p:cNvSpPr/>
          <p:nvPr/>
        </p:nvSpPr>
        <p:spPr>
          <a:xfrm>
            <a:off x="5989320" y="457200"/>
            <a:ext cx="32004" cy="32004"/>
          </a:xfrm>
          <a:prstGeom prst="ellipse">
            <a:avLst/>
          </a:prstGeom>
          <a:solidFill>
            <a:srgbClr val="222A3D"/>
          </a:solidFill>
          <a:ln/>
        </p:spPr>
      </p:sp>
      <p:sp>
        <p:nvSpPr>
          <p:cNvPr id="159" name="Shape 157"/>
          <p:cNvSpPr/>
          <p:nvPr/>
        </p:nvSpPr>
        <p:spPr>
          <a:xfrm>
            <a:off x="5989320" y="914400"/>
            <a:ext cx="32004" cy="32004"/>
          </a:xfrm>
          <a:prstGeom prst="ellipse">
            <a:avLst/>
          </a:prstGeom>
          <a:solidFill>
            <a:srgbClr val="222A3D"/>
          </a:solidFill>
          <a:ln/>
        </p:spPr>
      </p:sp>
      <p:sp>
        <p:nvSpPr>
          <p:cNvPr id="160" name="Shape 158"/>
          <p:cNvSpPr/>
          <p:nvPr/>
        </p:nvSpPr>
        <p:spPr>
          <a:xfrm>
            <a:off x="5989320" y="1371600"/>
            <a:ext cx="32004" cy="32004"/>
          </a:xfrm>
          <a:prstGeom prst="ellipse">
            <a:avLst/>
          </a:prstGeom>
          <a:solidFill>
            <a:srgbClr val="222A3D"/>
          </a:solidFill>
          <a:ln/>
        </p:spPr>
      </p:sp>
      <p:sp>
        <p:nvSpPr>
          <p:cNvPr id="161" name="Shape 159"/>
          <p:cNvSpPr/>
          <p:nvPr/>
        </p:nvSpPr>
        <p:spPr>
          <a:xfrm>
            <a:off x="5989320" y="1828800"/>
            <a:ext cx="32004" cy="32004"/>
          </a:xfrm>
          <a:prstGeom prst="ellipse">
            <a:avLst/>
          </a:prstGeom>
          <a:solidFill>
            <a:srgbClr val="222A3D"/>
          </a:solidFill>
          <a:ln/>
        </p:spPr>
      </p:sp>
      <p:sp>
        <p:nvSpPr>
          <p:cNvPr id="162" name="Shape 160"/>
          <p:cNvSpPr/>
          <p:nvPr/>
        </p:nvSpPr>
        <p:spPr>
          <a:xfrm>
            <a:off x="5989320" y="2286000"/>
            <a:ext cx="32004" cy="32004"/>
          </a:xfrm>
          <a:prstGeom prst="ellipse">
            <a:avLst/>
          </a:prstGeom>
          <a:solidFill>
            <a:srgbClr val="222A3D"/>
          </a:solidFill>
          <a:ln/>
        </p:spPr>
      </p:sp>
      <p:sp>
        <p:nvSpPr>
          <p:cNvPr id="163" name="Shape 161"/>
          <p:cNvSpPr/>
          <p:nvPr/>
        </p:nvSpPr>
        <p:spPr>
          <a:xfrm>
            <a:off x="5989320" y="2743200"/>
            <a:ext cx="32004" cy="32004"/>
          </a:xfrm>
          <a:prstGeom prst="ellipse">
            <a:avLst/>
          </a:prstGeom>
          <a:solidFill>
            <a:srgbClr val="222A3D"/>
          </a:solidFill>
          <a:ln/>
        </p:spPr>
      </p:sp>
      <p:sp>
        <p:nvSpPr>
          <p:cNvPr id="164" name="Shape 162"/>
          <p:cNvSpPr/>
          <p:nvPr/>
        </p:nvSpPr>
        <p:spPr>
          <a:xfrm>
            <a:off x="5989320" y="3200400"/>
            <a:ext cx="32004" cy="32004"/>
          </a:xfrm>
          <a:prstGeom prst="ellipse">
            <a:avLst/>
          </a:prstGeom>
          <a:solidFill>
            <a:srgbClr val="222A3D"/>
          </a:solidFill>
          <a:ln/>
        </p:spPr>
      </p:sp>
      <p:sp>
        <p:nvSpPr>
          <p:cNvPr id="165" name="Shape 163"/>
          <p:cNvSpPr/>
          <p:nvPr/>
        </p:nvSpPr>
        <p:spPr>
          <a:xfrm>
            <a:off x="5989320" y="3657600"/>
            <a:ext cx="32004" cy="32004"/>
          </a:xfrm>
          <a:prstGeom prst="ellipse">
            <a:avLst/>
          </a:prstGeom>
          <a:solidFill>
            <a:srgbClr val="222A3D"/>
          </a:solidFill>
          <a:ln/>
        </p:spPr>
      </p:sp>
      <p:sp>
        <p:nvSpPr>
          <p:cNvPr id="166" name="Shape 164"/>
          <p:cNvSpPr/>
          <p:nvPr/>
        </p:nvSpPr>
        <p:spPr>
          <a:xfrm>
            <a:off x="5989320" y="4114800"/>
            <a:ext cx="32004" cy="32004"/>
          </a:xfrm>
          <a:prstGeom prst="ellipse">
            <a:avLst/>
          </a:prstGeom>
          <a:solidFill>
            <a:srgbClr val="222A3D"/>
          </a:solidFill>
          <a:ln/>
        </p:spPr>
      </p:sp>
      <p:sp>
        <p:nvSpPr>
          <p:cNvPr id="167" name="Shape 165"/>
          <p:cNvSpPr/>
          <p:nvPr/>
        </p:nvSpPr>
        <p:spPr>
          <a:xfrm>
            <a:off x="5989320" y="4572000"/>
            <a:ext cx="32004" cy="32004"/>
          </a:xfrm>
          <a:prstGeom prst="ellipse">
            <a:avLst/>
          </a:prstGeom>
          <a:solidFill>
            <a:srgbClr val="222A3D"/>
          </a:solidFill>
          <a:ln/>
        </p:spPr>
      </p:sp>
      <p:sp>
        <p:nvSpPr>
          <p:cNvPr id="168" name="Shape 166"/>
          <p:cNvSpPr/>
          <p:nvPr/>
        </p:nvSpPr>
        <p:spPr>
          <a:xfrm>
            <a:off x="5989320" y="5029200"/>
            <a:ext cx="32004" cy="32004"/>
          </a:xfrm>
          <a:prstGeom prst="ellipse">
            <a:avLst/>
          </a:prstGeom>
          <a:solidFill>
            <a:srgbClr val="222A3D"/>
          </a:solidFill>
          <a:ln/>
        </p:spPr>
      </p:sp>
      <p:sp>
        <p:nvSpPr>
          <p:cNvPr id="169" name="Shape 167"/>
          <p:cNvSpPr/>
          <p:nvPr/>
        </p:nvSpPr>
        <p:spPr>
          <a:xfrm>
            <a:off x="5989320" y="5486400"/>
            <a:ext cx="32004" cy="32004"/>
          </a:xfrm>
          <a:prstGeom prst="ellipse">
            <a:avLst/>
          </a:prstGeom>
          <a:solidFill>
            <a:srgbClr val="222A3D"/>
          </a:solidFill>
          <a:ln/>
        </p:spPr>
      </p:sp>
      <p:sp>
        <p:nvSpPr>
          <p:cNvPr id="170" name="Shape 168"/>
          <p:cNvSpPr/>
          <p:nvPr/>
        </p:nvSpPr>
        <p:spPr>
          <a:xfrm>
            <a:off x="5989320" y="5943600"/>
            <a:ext cx="32004" cy="32004"/>
          </a:xfrm>
          <a:prstGeom prst="ellipse">
            <a:avLst/>
          </a:prstGeom>
          <a:solidFill>
            <a:srgbClr val="222A3D"/>
          </a:solidFill>
          <a:ln/>
        </p:spPr>
      </p:sp>
      <p:sp>
        <p:nvSpPr>
          <p:cNvPr id="171" name="Shape 169"/>
          <p:cNvSpPr/>
          <p:nvPr/>
        </p:nvSpPr>
        <p:spPr>
          <a:xfrm>
            <a:off x="6446520" y="457200"/>
            <a:ext cx="32004" cy="32004"/>
          </a:xfrm>
          <a:prstGeom prst="ellipse">
            <a:avLst/>
          </a:prstGeom>
          <a:solidFill>
            <a:srgbClr val="222A3D"/>
          </a:solidFill>
          <a:ln/>
        </p:spPr>
      </p:sp>
      <p:sp>
        <p:nvSpPr>
          <p:cNvPr id="172" name="Shape 170"/>
          <p:cNvSpPr/>
          <p:nvPr/>
        </p:nvSpPr>
        <p:spPr>
          <a:xfrm>
            <a:off x="6446520" y="914400"/>
            <a:ext cx="32004" cy="32004"/>
          </a:xfrm>
          <a:prstGeom prst="ellipse">
            <a:avLst/>
          </a:prstGeom>
          <a:solidFill>
            <a:srgbClr val="222A3D"/>
          </a:solidFill>
          <a:ln/>
        </p:spPr>
      </p:sp>
      <p:sp>
        <p:nvSpPr>
          <p:cNvPr id="173" name="Shape 171"/>
          <p:cNvSpPr/>
          <p:nvPr/>
        </p:nvSpPr>
        <p:spPr>
          <a:xfrm>
            <a:off x="6446520" y="1371600"/>
            <a:ext cx="32004" cy="32004"/>
          </a:xfrm>
          <a:prstGeom prst="ellipse">
            <a:avLst/>
          </a:prstGeom>
          <a:solidFill>
            <a:srgbClr val="222A3D"/>
          </a:solidFill>
          <a:ln/>
        </p:spPr>
      </p:sp>
      <p:sp>
        <p:nvSpPr>
          <p:cNvPr id="174" name="Shape 172"/>
          <p:cNvSpPr/>
          <p:nvPr/>
        </p:nvSpPr>
        <p:spPr>
          <a:xfrm>
            <a:off x="6446520" y="1828800"/>
            <a:ext cx="32004" cy="32004"/>
          </a:xfrm>
          <a:prstGeom prst="ellipse">
            <a:avLst/>
          </a:prstGeom>
          <a:solidFill>
            <a:srgbClr val="222A3D"/>
          </a:solidFill>
          <a:ln/>
        </p:spPr>
      </p:sp>
      <p:sp>
        <p:nvSpPr>
          <p:cNvPr id="175" name="Shape 173"/>
          <p:cNvSpPr/>
          <p:nvPr/>
        </p:nvSpPr>
        <p:spPr>
          <a:xfrm>
            <a:off x="6446520" y="2286000"/>
            <a:ext cx="32004" cy="32004"/>
          </a:xfrm>
          <a:prstGeom prst="ellipse">
            <a:avLst/>
          </a:prstGeom>
          <a:solidFill>
            <a:srgbClr val="222A3D"/>
          </a:solidFill>
          <a:ln/>
        </p:spPr>
      </p:sp>
      <p:sp>
        <p:nvSpPr>
          <p:cNvPr id="176" name="Shape 174"/>
          <p:cNvSpPr/>
          <p:nvPr/>
        </p:nvSpPr>
        <p:spPr>
          <a:xfrm>
            <a:off x="6446520" y="2743200"/>
            <a:ext cx="32004" cy="32004"/>
          </a:xfrm>
          <a:prstGeom prst="ellipse">
            <a:avLst/>
          </a:prstGeom>
          <a:solidFill>
            <a:srgbClr val="222A3D"/>
          </a:solidFill>
          <a:ln/>
        </p:spPr>
      </p:sp>
      <p:sp>
        <p:nvSpPr>
          <p:cNvPr id="177" name="Shape 175"/>
          <p:cNvSpPr/>
          <p:nvPr/>
        </p:nvSpPr>
        <p:spPr>
          <a:xfrm>
            <a:off x="6446520" y="3200400"/>
            <a:ext cx="32004" cy="32004"/>
          </a:xfrm>
          <a:prstGeom prst="ellipse">
            <a:avLst/>
          </a:prstGeom>
          <a:solidFill>
            <a:srgbClr val="222A3D"/>
          </a:solidFill>
          <a:ln/>
        </p:spPr>
      </p:sp>
      <p:sp>
        <p:nvSpPr>
          <p:cNvPr id="178" name="Shape 176"/>
          <p:cNvSpPr/>
          <p:nvPr/>
        </p:nvSpPr>
        <p:spPr>
          <a:xfrm>
            <a:off x="6446520" y="3657600"/>
            <a:ext cx="32004" cy="32004"/>
          </a:xfrm>
          <a:prstGeom prst="ellipse">
            <a:avLst/>
          </a:prstGeom>
          <a:solidFill>
            <a:srgbClr val="222A3D"/>
          </a:solidFill>
          <a:ln/>
        </p:spPr>
      </p:sp>
      <p:sp>
        <p:nvSpPr>
          <p:cNvPr id="179" name="Shape 177"/>
          <p:cNvSpPr/>
          <p:nvPr/>
        </p:nvSpPr>
        <p:spPr>
          <a:xfrm>
            <a:off x="6446520" y="4114800"/>
            <a:ext cx="32004" cy="32004"/>
          </a:xfrm>
          <a:prstGeom prst="ellipse">
            <a:avLst/>
          </a:prstGeom>
          <a:solidFill>
            <a:srgbClr val="222A3D"/>
          </a:solidFill>
          <a:ln/>
        </p:spPr>
      </p:sp>
      <p:sp>
        <p:nvSpPr>
          <p:cNvPr id="180" name="Shape 178"/>
          <p:cNvSpPr/>
          <p:nvPr/>
        </p:nvSpPr>
        <p:spPr>
          <a:xfrm>
            <a:off x="6446520" y="4572000"/>
            <a:ext cx="32004" cy="32004"/>
          </a:xfrm>
          <a:prstGeom prst="ellipse">
            <a:avLst/>
          </a:prstGeom>
          <a:solidFill>
            <a:srgbClr val="222A3D"/>
          </a:solidFill>
          <a:ln/>
        </p:spPr>
      </p:sp>
      <p:sp>
        <p:nvSpPr>
          <p:cNvPr id="181" name="Shape 179"/>
          <p:cNvSpPr/>
          <p:nvPr/>
        </p:nvSpPr>
        <p:spPr>
          <a:xfrm>
            <a:off x="6446520" y="5029200"/>
            <a:ext cx="32004" cy="32004"/>
          </a:xfrm>
          <a:prstGeom prst="ellipse">
            <a:avLst/>
          </a:prstGeom>
          <a:solidFill>
            <a:srgbClr val="222A3D"/>
          </a:solidFill>
          <a:ln/>
        </p:spPr>
      </p:sp>
      <p:sp>
        <p:nvSpPr>
          <p:cNvPr id="182" name="Shape 180"/>
          <p:cNvSpPr/>
          <p:nvPr/>
        </p:nvSpPr>
        <p:spPr>
          <a:xfrm>
            <a:off x="6446520" y="5486400"/>
            <a:ext cx="32004" cy="32004"/>
          </a:xfrm>
          <a:prstGeom prst="ellipse">
            <a:avLst/>
          </a:prstGeom>
          <a:solidFill>
            <a:srgbClr val="222A3D"/>
          </a:solidFill>
          <a:ln/>
        </p:spPr>
      </p:sp>
      <p:sp>
        <p:nvSpPr>
          <p:cNvPr id="183" name="Shape 181"/>
          <p:cNvSpPr/>
          <p:nvPr/>
        </p:nvSpPr>
        <p:spPr>
          <a:xfrm>
            <a:off x="6446520" y="5943600"/>
            <a:ext cx="32004" cy="32004"/>
          </a:xfrm>
          <a:prstGeom prst="ellipse">
            <a:avLst/>
          </a:prstGeom>
          <a:solidFill>
            <a:srgbClr val="222A3D"/>
          </a:solidFill>
          <a:ln/>
        </p:spPr>
      </p:sp>
      <p:sp>
        <p:nvSpPr>
          <p:cNvPr id="184" name="Shape 182"/>
          <p:cNvSpPr/>
          <p:nvPr/>
        </p:nvSpPr>
        <p:spPr>
          <a:xfrm>
            <a:off x="6903720" y="457200"/>
            <a:ext cx="32004" cy="32004"/>
          </a:xfrm>
          <a:prstGeom prst="ellipse">
            <a:avLst/>
          </a:prstGeom>
          <a:solidFill>
            <a:srgbClr val="222A3D"/>
          </a:solidFill>
          <a:ln/>
        </p:spPr>
      </p:sp>
      <p:sp>
        <p:nvSpPr>
          <p:cNvPr id="185" name="Shape 183"/>
          <p:cNvSpPr/>
          <p:nvPr/>
        </p:nvSpPr>
        <p:spPr>
          <a:xfrm>
            <a:off x="6903720" y="914400"/>
            <a:ext cx="32004" cy="32004"/>
          </a:xfrm>
          <a:prstGeom prst="ellipse">
            <a:avLst/>
          </a:prstGeom>
          <a:solidFill>
            <a:srgbClr val="222A3D"/>
          </a:solidFill>
          <a:ln/>
        </p:spPr>
      </p:sp>
      <p:sp>
        <p:nvSpPr>
          <p:cNvPr id="186" name="Shape 184"/>
          <p:cNvSpPr/>
          <p:nvPr/>
        </p:nvSpPr>
        <p:spPr>
          <a:xfrm>
            <a:off x="6903720" y="1371600"/>
            <a:ext cx="32004" cy="32004"/>
          </a:xfrm>
          <a:prstGeom prst="ellipse">
            <a:avLst/>
          </a:prstGeom>
          <a:solidFill>
            <a:srgbClr val="222A3D"/>
          </a:solidFill>
          <a:ln/>
        </p:spPr>
      </p:sp>
      <p:sp>
        <p:nvSpPr>
          <p:cNvPr id="187" name="Shape 185"/>
          <p:cNvSpPr/>
          <p:nvPr/>
        </p:nvSpPr>
        <p:spPr>
          <a:xfrm>
            <a:off x="6903720" y="1828800"/>
            <a:ext cx="32004" cy="32004"/>
          </a:xfrm>
          <a:prstGeom prst="ellipse">
            <a:avLst/>
          </a:prstGeom>
          <a:solidFill>
            <a:srgbClr val="222A3D"/>
          </a:solidFill>
          <a:ln/>
        </p:spPr>
      </p:sp>
      <p:sp>
        <p:nvSpPr>
          <p:cNvPr id="188" name="Shape 186"/>
          <p:cNvSpPr/>
          <p:nvPr/>
        </p:nvSpPr>
        <p:spPr>
          <a:xfrm>
            <a:off x="6903720" y="2286000"/>
            <a:ext cx="32004" cy="32004"/>
          </a:xfrm>
          <a:prstGeom prst="ellipse">
            <a:avLst/>
          </a:prstGeom>
          <a:solidFill>
            <a:srgbClr val="222A3D"/>
          </a:solidFill>
          <a:ln/>
        </p:spPr>
      </p:sp>
      <p:sp>
        <p:nvSpPr>
          <p:cNvPr id="189" name="Shape 187"/>
          <p:cNvSpPr/>
          <p:nvPr/>
        </p:nvSpPr>
        <p:spPr>
          <a:xfrm>
            <a:off x="6903720" y="2743200"/>
            <a:ext cx="32004" cy="32004"/>
          </a:xfrm>
          <a:prstGeom prst="ellipse">
            <a:avLst/>
          </a:prstGeom>
          <a:solidFill>
            <a:srgbClr val="222A3D"/>
          </a:solidFill>
          <a:ln/>
        </p:spPr>
      </p:sp>
      <p:sp>
        <p:nvSpPr>
          <p:cNvPr id="190" name="Shape 188"/>
          <p:cNvSpPr/>
          <p:nvPr/>
        </p:nvSpPr>
        <p:spPr>
          <a:xfrm>
            <a:off x="6903720" y="3200400"/>
            <a:ext cx="32004" cy="32004"/>
          </a:xfrm>
          <a:prstGeom prst="ellipse">
            <a:avLst/>
          </a:prstGeom>
          <a:solidFill>
            <a:srgbClr val="222A3D"/>
          </a:solidFill>
          <a:ln/>
        </p:spPr>
      </p:sp>
      <p:sp>
        <p:nvSpPr>
          <p:cNvPr id="191" name="Shape 189"/>
          <p:cNvSpPr/>
          <p:nvPr/>
        </p:nvSpPr>
        <p:spPr>
          <a:xfrm>
            <a:off x="6903720" y="3657600"/>
            <a:ext cx="32004" cy="32004"/>
          </a:xfrm>
          <a:prstGeom prst="ellipse">
            <a:avLst/>
          </a:prstGeom>
          <a:solidFill>
            <a:srgbClr val="222A3D"/>
          </a:solidFill>
          <a:ln/>
        </p:spPr>
      </p:sp>
      <p:sp>
        <p:nvSpPr>
          <p:cNvPr id="192" name="Shape 190"/>
          <p:cNvSpPr/>
          <p:nvPr/>
        </p:nvSpPr>
        <p:spPr>
          <a:xfrm>
            <a:off x="6903720" y="4114800"/>
            <a:ext cx="32004" cy="32004"/>
          </a:xfrm>
          <a:prstGeom prst="ellipse">
            <a:avLst/>
          </a:prstGeom>
          <a:solidFill>
            <a:srgbClr val="222A3D"/>
          </a:solidFill>
          <a:ln/>
        </p:spPr>
      </p:sp>
      <p:sp>
        <p:nvSpPr>
          <p:cNvPr id="193" name="Shape 191"/>
          <p:cNvSpPr/>
          <p:nvPr/>
        </p:nvSpPr>
        <p:spPr>
          <a:xfrm>
            <a:off x="6903720" y="4572000"/>
            <a:ext cx="32004" cy="32004"/>
          </a:xfrm>
          <a:prstGeom prst="ellipse">
            <a:avLst/>
          </a:prstGeom>
          <a:solidFill>
            <a:srgbClr val="222A3D"/>
          </a:solidFill>
          <a:ln/>
        </p:spPr>
      </p:sp>
      <p:sp>
        <p:nvSpPr>
          <p:cNvPr id="194" name="Shape 192"/>
          <p:cNvSpPr/>
          <p:nvPr/>
        </p:nvSpPr>
        <p:spPr>
          <a:xfrm>
            <a:off x="6903720" y="5029200"/>
            <a:ext cx="32004" cy="32004"/>
          </a:xfrm>
          <a:prstGeom prst="ellipse">
            <a:avLst/>
          </a:prstGeom>
          <a:solidFill>
            <a:srgbClr val="222A3D"/>
          </a:solidFill>
          <a:ln/>
        </p:spPr>
      </p:sp>
      <p:sp>
        <p:nvSpPr>
          <p:cNvPr id="195" name="Shape 193"/>
          <p:cNvSpPr/>
          <p:nvPr/>
        </p:nvSpPr>
        <p:spPr>
          <a:xfrm>
            <a:off x="6903720" y="5486400"/>
            <a:ext cx="32004" cy="32004"/>
          </a:xfrm>
          <a:prstGeom prst="ellipse">
            <a:avLst/>
          </a:prstGeom>
          <a:solidFill>
            <a:srgbClr val="222A3D"/>
          </a:solidFill>
          <a:ln/>
        </p:spPr>
      </p:sp>
      <p:sp>
        <p:nvSpPr>
          <p:cNvPr id="196" name="Shape 194"/>
          <p:cNvSpPr/>
          <p:nvPr/>
        </p:nvSpPr>
        <p:spPr>
          <a:xfrm>
            <a:off x="6903720" y="5943600"/>
            <a:ext cx="32004" cy="32004"/>
          </a:xfrm>
          <a:prstGeom prst="ellipse">
            <a:avLst/>
          </a:prstGeom>
          <a:solidFill>
            <a:srgbClr val="222A3D"/>
          </a:solidFill>
          <a:ln/>
        </p:spPr>
      </p:sp>
      <p:sp>
        <p:nvSpPr>
          <p:cNvPr id="197" name="Shape 195"/>
          <p:cNvSpPr/>
          <p:nvPr/>
        </p:nvSpPr>
        <p:spPr>
          <a:xfrm>
            <a:off x="7360920" y="457200"/>
            <a:ext cx="32004" cy="32004"/>
          </a:xfrm>
          <a:prstGeom prst="ellipse">
            <a:avLst/>
          </a:prstGeom>
          <a:solidFill>
            <a:srgbClr val="222A3D"/>
          </a:solidFill>
          <a:ln/>
        </p:spPr>
      </p:sp>
      <p:sp>
        <p:nvSpPr>
          <p:cNvPr id="198" name="Shape 196"/>
          <p:cNvSpPr/>
          <p:nvPr/>
        </p:nvSpPr>
        <p:spPr>
          <a:xfrm>
            <a:off x="7360920" y="914400"/>
            <a:ext cx="32004" cy="32004"/>
          </a:xfrm>
          <a:prstGeom prst="ellipse">
            <a:avLst/>
          </a:prstGeom>
          <a:solidFill>
            <a:srgbClr val="222A3D"/>
          </a:solidFill>
          <a:ln/>
        </p:spPr>
      </p:sp>
      <p:sp>
        <p:nvSpPr>
          <p:cNvPr id="199" name="Shape 197"/>
          <p:cNvSpPr/>
          <p:nvPr/>
        </p:nvSpPr>
        <p:spPr>
          <a:xfrm>
            <a:off x="7360920" y="1371600"/>
            <a:ext cx="32004" cy="32004"/>
          </a:xfrm>
          <a:prstGeom prst="ellipse">
            <a:avLst/>
          </a:prstGeom>
          <a:solidFill>
            <a:srgbClr val="222A3D"/>
          </a:solidFill>
          <a:ln/>
        </p:spPr>
      </p:sp>
      <p:sp>
        <p:nvSpPr>
          <p:cNvPr id="200" name="Shape 198"/>
          <p:cNvSpPr/>
          <p:nvPr/>
        </p:nvSpPr>
        <p:spPr>
          <a:xfrm>
            <a:off x="7360920" y="1828800"/>
            <a:ext cx="32004" cy="32004"/>
          </a:xfrm>
          <a:prstGeom prst="ellipse">
            <a:avLst/>
          </a:prstGeom>
          <a:solidFill>
            <a:srgbClr val="222A3D"/>
          </a:solidFill>
          <a:ln/>
        </p:spPr>
      </p:sp>
      <p:sp>
        <p:nvSpPr>
          <p:cNvPr id="201" name="Shape 199"/>
          <p:cNvSpPr/>
          <p:nvPr/>
        </p:nvSpPr>
        <p:spPr>
          <a:xfrm>
            <a:off x="7360920" y="2286000"/>
            <a:ext cx="32004" cy="32004"/>
          </a:xfrm>
          <a:prstGeom prst="ellipse">
            <a:avLst/>
          </a:prstGeom>
          <a:solidFill>
            <a:srgbClr val="222A3D"/>
          </a:solidFill>
          <a:ln/>
        </p:spPr>
      </p:sp>
      <p:sp>
        <p:nvSpPr>
          <p:cNvPr id="202" name="Shape 200"/>
          <p:cNvSpPr/>
          <p:nvPr/>
        </p:nvSpPr>
        <p:spPr>
          <a:xfrm>
            <a:off x="7360920" y="2743200"/>
            <a:ext cx="32004" cy="32004"/>
          </a:xfrm>
          <a:prstGeom prst="ellipse">
            <a:avLst/>
          </a:prstGeom>
          <a:solidFill>
            <a:srgbClr val="222A3D"/>
          </a:solidFill>
          <a:ln/>
        </p:spPr>
      </p:sp>
      <p:sp>
        <p:nvSpPr>
          <p:cNvPr id="203" name="Shape 201"/>
          <p:cNvSpPr/>
          <p:nvPr/>
        </p:nvSpPr>
        <p:spPr>
          <a:xfrm>
            <a:off x="7360920" y="3200400"/>
            <a:ext cx="32004" cy="32004"/>
          </a:xfrm>
          <a:prstGeom prst="ellipse">
            <a:avLst/>
          </a:prstGeom>
          <a:solidFill>
            <a:srgbClr val="222A3D"/>
          </a:solidFill>
          <a:ln/>
        </p:spPr>
      </p:sp>
      <p:sp>
        <p:nvSpPr>
          <p:cNvPr id="204" name="Shape 202"/>
          <p:cNvSpPr/>
          <p:nvPr/>
        </p:nvSpPr>
        <p:spPr>
          <a:xfrm>
            <a:off x="7360920" y="3657600"/>
            <a:ext cx="32004" cy="32004"/>
          </a:xfrm>
          <a:prstGeom prst="ellipse">
            <a:avLst/>
          </a:prstGeom>
          <a:solidFill>
            <a:srgbClr val="222A3D"/>
          </a:solidFill>
          <a:ln/>
        </p:spPr>
      </p:sp>
      <p:sp>
        <p:nvSpPr>
          <p:cNvPr id="205" name="Shape 203"/>
          <p:cNvSpPr/>
          <p:nvPr/>
        </p:nvSpPr>
        <p:spPr>
          <a:xfrm>
            <a:off x="7360920" y="4114800"/>
            <a:ext cx="32004" cy="32004"/>
          </a:xfrm>
          <a:prstGeom prst="ellipse">
            <a:avLst/>
          </a:prstGeom>
          <a:solidFill>
            <a:srgbClr val="222A3D"/>
          </a:solidFill>
          <a:ln/>
        </p:spPr>
      </p:sp>
      <p:sp>
        <p:nvSpPr>
          <p:cNvPr id="206" name="Shape 204"/>
          <p:cNvSpPr/>
          <p:nvPr/>
        </p:nvSpPr>
        <p:spPr>
          <a:xfrm>
            <a:off x="7360920" y="4572000"/>
            <a:ext cx="32004" cy="32004"/>
          </a:xfrm>
          <a:prstGeom prst="ellipse">
            <a:avLst/>
          </a:prstGeom>
          <a:solidFill>
            <a:srgbClr val="222A3D"/>
          </a:solidFill>
          <a:ln/>
        </p:spPr>
      </p:sp>
      <p:sp>
        <p:nvSpPr>
          <p:cNvPr id="207" name="Shape 205"/>
          <p:cNvSpPr/>
          <p:nvPr/>
        </p:nvSpPr>
        <p:spPr>
          <a:xfrm>
            <a:off x="7360920" y="5029200"/>
            <a:ext cx="32004" cy="32004"/>
          </a:xfrm>
          <a:prstGeom prst="ellipse">
            <a:avLst/>
          </a:prstGeom>
          <a:solidFill>
            <a:srgbClr val="222A3D"/>
          </a:solidFill>
          <a:ln/>
        </p:spPr>
      </p:sp>
      <p:sp>
        <p:nvSpPr>
          <p:cNvPr id="208" name="Shape 206"/>
          <p:cNvSpPr/>
          <p:nvPr/>
        </p:nvSpPr>
        <p:spPr>
          <a:xfrm>
            <a:off x="7360920" y="5486400"/>
            <a:ext cx="32004" cy="32004"/>
          </a:xfrm>
          <a:prstGeom prst="ellipse">
            <a:avLst/>
          </a:prstGeom>
          <a:solidFill>
            <a:srgbClr val="222A3D"/>
          </a:solidFill>
          <a:ln/>
        </p:spPr>
      </p:sp>
      <p:sp>
        <p:nvSpPr>
          <p:cNvPr id="209" name="Shape 207"/>
          <p:cNvSpPr/>
          <p:nvPr/>
        </p:nvSpPr>
        <p:spPr>
          <a:xfrm>
            <a:off x="7360920" y="5943600"/>
            <a:ext cx="32004" cy="32004"/>
          </a:xfrm>
          <a:prstGeom prst="ellipse">
            <a:avLst/>
          </a:prstGeom>
          <a:solidFill>
            <a:srgbClr val="222A3D"/>
          </a:solidFill>
          <a:ln/>
        </p:spPr>
      </p:sp>
      <p:sp>
        <p:nvSpPr>
          <p:cNvPr id="210" name="Shape 208"/>
          <p:cNvSpPr/>
          <p:nvPr/>
        </p:nvSpPr>
        <p:spPr>
          <a:xfrm>
            <a:off x="7818120" y="457200"/>
            <a:ext cx="32004" cy="32004"/>
          </a:xfrm>
          <a:prstGeom prst="ellipse">
            <a:avLst/>
          </a:prstGeom>
          <a:solidFill>
            <a:srgbClr val="222A3D"/>
          </a:solidFill>
          <a:ln/>
        </p:spPr>
      </p:sp>
      <p:sp>
        <p:nvSpPr>
          <p:cNvPr id="211" name="Shape 209"/>
          <p:cNvSpPr/>
          <p:nvPr/>
        </p:nvSpPr>
        <p:spPr>
          <a:xfrm>
            <a:off x="7818120" y="914400"/>
            <a:ext cx="32004" cy="32004"/>
          </a:xfrm>
          <a:prstGeom prst="ellipse">
            <a:avLst/>
          </a:prstGeom>
          <a:solidFill>
            <a:srgbClr val="222A3D"/>
          </a:solidFill>
          <a:ln/>
        </p:spPr>
      </p:sp>
      <p:sp>
        <p:nvSpPr>
          <p:cNvPr id="212" name="Shape 210"/>
          <p:cNvSpPr/>
          <p:nvPr/>
        </p:nvSpPr>
        <p:spPr>
          <a:xfrm>
            <a:off x="7818120" y="1371600"/>
            <a:ext cx="32004" cy="32004"/>
          </a:xfrm>
          <a:prstGeom prst="ellipse">
            <a:avLst/>
          </a:prstGeom>
          <a:solidFill>
            <a:srgbClr val="222A3D"/>
          </a:solidFill>
          <a:ln/>
        </p:spPr>
      </p:sp>
      <p:sp>
        <p:nvSpPr>
          <p:cNvPr id="213" name="Shape 211"/>
          <p:cNvSpPr/>
          <p:nvPr/>
        </p:nvSpPr>
        <p:spPr>
          <a:xfrm>
            <a:off x="7818120" y="1828800"/>
            <a:ext cx="32004" cy="32004"/>
          </a:xfrm>
          <a:prstGeom prst="ellipse">
            <a:avLst/>
          </a:prstGeom>
          <a:solidFill>
            <a:srgbClr val="222A3D"/>
          </a:solidFill>
          <a:ln/>
        </p:spPr>
      </p:sp>
      <p:sp>
        <p:nvSpPr>
          <p:cNvPr id="214" name="Shape 212"/>
          <p:cNvSpPr/>
          <p:nvPr/>
        </p:nvSpPr>
        <p:spPr>
          <a:xfrm>
            <a:off x="7818120" y="2286000"/>
            <a:ext cx="32004" cy="32004"/>
          </a:xfrm>
          <a:prstGeom prst="ellipse">
            <a:avLst/>
          </a:prstGeom>
          <a:solidFill>
            <a:srgbClr val="222A3D"/>
          </a:solidFill>
          <a:ln/>
        </p:spPr>
      </p:sp>
      <p:sp>
        <p:nvSpPr>
          <p:cNvPr id="215" name="Shape 213"/>
          <p:cNvSpPr/>
          <p:nvPr/>
        </p:nvSpPr>
        <p:spPr>
          <a:xfrm>
            <a:off x="7818120" y="2743200"/>
            <a:ext cx="32004" cy="32004"/>
          </a:xfrm>
          <a:prstGeom prst="ellipse">
            <a:avLst/>
          </a:prstGeom>
          <a:solidFill>
            <a:srgbClr val="222A3D"/>
          </a:solidFill>
          <a:ln/>
        </p:spPr>
      </p:sp>
      <p:sp>
        <p:nvSpPr>
          <p:cNvPr id="216" name="Shape 214"/>
          <p:cNvSpPr/>
          <p:nvPr/>
        </p:nvSpPr>
        <p:spPr>
          <a:xfrm>
            <a:off x="7818120" y="3200400"/>
            <a:ext cx="32004" cy="32004"/>
          </a:xfrm>
          <a:prstGeom prst="ellipse">
            <a:avLst/>
          </a:prstGeom>
          <a:solidFill>
            <a:srgbClr val="222A3D"/>
          </a:solidFill>
          <a:ln/>
        </p:spPr>
      </p:sp>
      <p:sp>
        <p:nvSpPr>
          <p:cNvPr id="217" name="Shape 215"/>
          <p:cNvSpPr/>
          <p:nvPr/>
        </p:nvSpPr>
        <p:spPr>
          <a:xfrm>
            <a:off x="7818120" y="3657600"/>
            <a:ext cx="32004" cy="32004"/>
          </a:xfrm>
          <a:prstGeom prst="ellipse">
            <a:avLst/>
          </a:prstGeom>
          <a:solidFill>
            <a:srgbClr val="222A3D"/>
          </a:solidFill>
          <a:ln/>
        </p:spPr>
      </p:sp>
      <p:sp>
        <p:nvSpPr>
          <p:cNvPr id="218" name="Shape 216"/>
          <p:cNvSpPr/>
          <p:nvPr/>
        </p:nvSpPr>
        <p:spPr>
          <a:xfrm>
            <a:off x="7818120" y="4114800"/>
            <a:ext cx="32004" cy="32004"/>
          </a:xfrm>
          <a:prstGeom prst="ellipse">
            <a:avLst/>
          </a:prstGeom>
          <a:solidFill>
            <a:srgbClr val="222A3D"/>
          </a:solidFill>
          <a:ln/>
        </p:spPr>
      </p:sp>
      <p:sp>
        <p:nvSpPr>
          <p:cNvPr id="219" name="Shape 217"/>
          <p:cNvSpPr/>
          <p:nvPr/>
        </p:nvSpPr>
        <p:spPr>
          <a:xfrm>
            <a:off x="7818120" y="4572000"/>
            <a:ext cx="32004" cy="32004"/>
          </a:xfrm>
          <a:prstGeom prst="ellipse">
            <a:avLst/>
          </a:prstGeom>
          <a:solidFill>
            <a:srgbClr val="222A3D"/>
          </a:solidFill>
          <a:ln/>
        </p:spPr>
      </p:sp>
      <p:sp>
        <p:nvSpPr>
          <p:cNvPr id="220" name="Shape 218"/>
          <p:cNvSpPr/>
          <p:nvPr/>
        </p:nvSpPr>
        <p:spPr>
          <a:xfrm>
            <a:off x="7818120" y="5029200"/>
            <a:ext cx="32004" cy="32004"/>
          </a:xfrm>
          <a:prstGeom prst="ellipse">
            <a:avLst/>
          </a:prstGeom>
          <a:solidFill>
            <a:srgbClr val="222A3D"/>
          </a:solidFill>
          <a:ln/>
        </p:spPr>
      </p:sp>
      <p:sp>
        <p:nvSpPr>
          <p:cNvPr id="221" name="Shape 219"/>
          <p:cNvSpPr/>
          <p:nvPr/>
        </p:nvSpPr>
        <p:spPr>
          <a:xfrm>
            <a:off x="7818120" y="5486400"/>
            <a:ext cx="32004" cy="32004"/>
          </a:xfrm>
          <a:prstGeom prst="ellipse">
            <a:avLst/>
          </a:prstGeom>
          <a:solidFill>
            <a:srgbClr val="222A3D"/>
          </a:solidFill>
          <a:ln/>
        </p:spPr>
      </p:sp>
      <p:sp>
        <p:nvSpPr>
          <p:cNvPr id="222" name="Shape 220"/>
          <p:cNvSpPr/>
          <p:nvPr/>
        </p:nvSpPr>
        <p:spPr>
          <a:xfrm>
            <a:off x="7818120" y="5943600"/>
            <a:ext cx="32004" cy="32004"/>
          </a:xfrm>
          <a:prstGeom prst="ellipse">
            <a:avLst/>
          </a:prstGeom>
          <a:solidFill>
            <a:srgbClr val="222A3D"/>
          </a:solidFill>
          <a:ln/>
        </p:spPr>
      </p:sp>
      <p:sp>
        <p:nvSpPr>
          <p:cNvPr id="223" name="Shape 221"/>
          <p:cNvSpPr/>
          <p:nvPr/>
        </p:nvSpPr>
        <p:spPr>
          <a:xfrm>
            <a:off x="8275320" y="457200"/>
            <a:ext cx="32004" cy="32004"/>
          </a:xfrm>
          <a:prstGeom prst="ellipse">
            <a:avLst/>
          </a:prstGeom>
          <a:solidFill>
            <a:srgbClr val="222A3D"/>
          </a:solidFill>
          <a:ln/>
        </p:spPr>
      </p:sp>
      <p:sp>
        <p:nvSpPr>
          <p:cNvPr id="224" name="Shape 222"/>
          <p:cNvSpPr/>
          <p:nvPr/>
        </p:nvSpPr>
        <p:spPr>
          <a:xfrm>
            <a:off x="8275320" y="914400"/>
            <a:ext cx="32004" cy="32004"/>
          </a:xfrm>
          <a:prstGeom prst="ellipse">
            <a:avLst/>
          </a:prstGeom>
          <a:solidFill>
            <a:srgbClr val="222A3D"/>
          </a:solidFill>
          <a:ln/>
        </p:spPr>
      </p:sp>
      <p:sp>
        <p:nvSpPr>
          <p:cNvPr id="225" name="Shape 223"/>
          <p:cNvSpPr/>
          <p:nvPr/>
        </p:nvSpPr>
        <p:spPr>
          <a:xfrm>
            <a:off x="8275320" y="1371600"/>
            <a:ext cx="32004" cy="32004"/>
          </a:xfrm>
          <a:prstGeom prst="ellipse">
            <a:avLst/>
          </a:prstGeom>
          <a:solidFill>
            <a:srgbClr val="222A3D"/>
          </a:solidFill>
          <a:ln/>
        </p:spPr>
      </p:sp>
      <p:sp>
        <p:nvSpPr>
          <p:cNvPr id="226" name="Shape 224"/>
          <p:cNvSpPr/>
          <p:nvPr/>
        </p:nvSpPr>
        <p:spPr>
          <a:xfrm>
            <a:off x="8275320" y="1828800"/>
            <a:ext cx="32004" cy="32004"/>
          </a:xfrm>
          <a:prstGeom prst="ellipse">
            <a:avLst/>
          </a:prstGeom>
          <a:solidFill>
            <a:srgbClr val="222A3D"/>
          </a:solidFill>
          <a:ln/>
        </p:spPr>
      </p:sp>
      <p:sp>
        <p:nvSpPr>
          <p:cNvPr id="227" name="Shape 225"/>
          <p:cNvSpPr/>
          <p:nvPr/>
        </p:nvSpPr>
        <p:spPr>
          <a:xfrm>
            <a:off x="8275320" y="2286000"/>
            <a:ext cx="32004" cy="32004"/>
          </a:xfrm>
          <a:prstGeom prst="ellipse">
            <a:avLst/>
          </a:prstGeom>
          <a:solidFill>
            <a:srgbClr val="222A3D"/>
          </a:solidFill>
          <a:ln/>
        </p:spPr>
      </p:sp>
      <p:sp>
        <p:nvSpPr>
          <p:cNvPr id="228" name="Shape 226"/>
          <p:cNvSpPr/>
          <p:nvPr/>
        </p:nvSpPr>
        <p:spPr>
          <a:xfrm>
            <a:off x="8275320" y="2743200"/>
            <a:ext cx="32004" cy="32004"/>
          </a:xfrm>
          <a:prstGeom prst="ellipse">
            <a:avLst/>
          </a:prstGeom>
          <a:solidFill>
            <a:srgbClr val="222A3D"/>
          </a:solidFill>
          <a:ln/>
        </p:spPr>
      </p:sp>
      <p:sp>
        <p:nvSpPr>
          <p:cNvPr id="229" name="Shape 227"/>
          <p:cNvSpPr/>
          <p:nvPr/>
        </p:nvSpPr>
        <p:spPr>
          <a:xfrm>
            <a:off x="8275320" y="3200400"/>
            <a:ext cx="32004" cy="32004"/>
          </a:xfrm>
          <a:prstGeom prst="ellipse">
            <a:avLst/>
          </a:prstGeom>
          <a:solidFill>
            <a:srgbClr val="222A3D"/>
          </a:solidFill>
          <a:ln/>
        </p:spPr>
      </p:sp>
      <p:sp>
        <p:nvSpPr>
          <p:cNvPr id="230" name="Shape 228"/>
          <p:cNvSpPr/>
          <p:nvPr/>
        </p:nvSpPr>
        <p:spPr>
          <a:xfrm>
            <a:off x="8275320" y="3657600"/>
            <a:ext cx="32004" cy="32004"/>
          </a:xfrm>
          <a:prstGeom prst="ellipse">
            <a:avLst/>
          </a:prstGeom>
          <a:solidFill>
            <a:srgbClr val="222A3D"/>
          </a:solidFill>
          <a:ln/>
        </p:spPr>
      </p:sp>
      <p:sp>
        <p:nvSpPr>
          <p:cNvPr id="231" name="Shape 229"/>
          <p:cNvSpPr/>
          <p:nvPr/>
        </p:nvSpPr>
        <p:spPr>
          <a:xfrm>
            <a:off x="8275320" y="4114800"/>
            <a:ext cx="32004" cy="32004"/>
          </a:xfrm>
          <a:prstGeom prst="ellipse">
            <a:avLst/>
          </a:prstGeom>
          <a:solidFill>
            <a:srgbClr val="222A3D"/>
          </a:solidFill>
          <a:ln/>
        </p:spPr>
      </p:sp>
      <p:sp>
        <p:nvSpPr>
          <p:cNvPr id="232" name="Shape 230"/>
          <p:cNvSpPr/>
          <p:nvPr/>
        </p:nvSpPr>
        <p:spPr>
          <a:xfrm>
            <a:off x="8275320" y="4572000"/>
            <a:ext cx="32004" cy="32004"/>
          </a:xfrm>
          <a:prstGeom prst="ellipse">
            <a:avLst/>
          </a:prstGeom>
          <a:solidFill>
            <a:srgbClr val="222A3D"/>
          </a:solidFill>
          <a:ln/>
        </p:spPr>
      </p:sp>
      <p:sp>
        <p:nvSpPr>
          <p:cNvPr id="233" name="Shape 231"/>
          <p:cNvSpPr/>
          <p:nvPr/>
        </p:nvSpPr>
        <p:spPr>
          <a:xfrm>
            <a:off x="8275320" y="5029200"/>
            <a:ext cx="32004" cy="32004"/>
          </a:xfrm>
          <a:prstGeom prst="ellipse">
            <a:avLst/>
          </a:prstGeom>
          <a:solidFill>
            <a:srgbClr val="222A3D"/>
          </a:solidFill>
          <a:ln/>
        </p:spPr>
      </p:sp>
      <p:sp>
        <p:nvSpPr>
          <p:cNvPr id="234" name="Shape 232"/>
          <p:cNvSpPr/>
          <p:nvPr/>
        </p:nvSpPr>
        <p:spPr>
          <a:xfrm>
            <a:off x="8275320" y="5486400"/>
            <a:ext cx="32004" cy="32004"/>
          </a:xfrm>
          <a:prstGeom prst="ellipse">
            <a:avLst/>
          </a:prstGeom>
          <a:solidFill>
            <a:srgbClr val="222A3D"/>
          </a:solidFill>
          <a:ln/>
        </p:spPr>
      </p:sp>
      <p:sp>
        <p:nvSpPr>
          <p:cNvPr id="235" name="Shape 233"/>
          <p:cNvSpPr/>
          <p:nvPr/>
        </p:nvSpPr>
        <p:spPr>
          <a:xfrm>
            <a:off x="8275320" y="5943600"/>
            <a:ext cx="32004" cy="32004"/>
          </a:xfrm>
          <a:prstGeom prst="ellipse">
            <a:avLst/>
          </a:prstGeom>
          <a:solidFill>
            <a:srgbClr val="222A3D"/>
          </a:solidFill>
          <a:ln/>
        </p:spPr>
      </p:sp>
      <p:sp>
        <p:nvSpPr>
          <p:cNvPr id="236" name="Shape 234"/>
          <p:cNvSpPr/>
          <p:nvPr/>
        </p:nvSpPr>
        <p:spPr>
          <a:xfrm>
            <a:off x="8732520" y="457200"/>
            <a:ext cx="32004" cy="32004"/>
          </a:xfrm>
          <a:prstGeom prst="ellipse">
            <a:avLst/>
          </a:prstGeom>
          <a:solidFill>
            <a:srgbClr val="222A3D"/>
          </a:solidFill>
          <a:ln/>
        </p:spPr>
      </p:sp>
      <p:sp>
        <p:nvSpPr>
          <p:cNvPr id="237" name="Shape 235"/>
          <p:cNvSpPr/>
          <p:nvPr/>
        </p:nvSpPr>
        <p:spPr>
          <a:xfrm>
            <a:off x="8732520" y="914400"/>
            <a:ext cx="32004" cy="32004"/>
          </a:xfrm>
          <a:prstGeom prst="ellipse">
            <a:avLst/>
          </a:prstGeom>
          <a:solidFill>
            <a:srgbClr val="222A3D"/>
          </a:solidFill>
          <a:ln/>
        </p:spPr>
      </p:sp>
      <p:sp>
        <p:nvSpPr>
          <p:cNvPr id="238" name="Shape 236"/>
          <p:cNvSpPr/>
          <p:nvPr/>
        </p:nvSpPr>
        <p:spPr>
          <a:xfrm>
            <a:off x="8732520" y="1371600"/>
            <a:ext cx="32004" cy="32004"/>
          </a:xfrm>
          <a:prstGeom prst="ellipse">
            <a:avLst/>
          </a:prstGeom>
          <a:solidFill>
            <a:srgbClr val="222A3D"/>
          </a:solidFill>
          <a:ln/>
        </p:spPr>
      </p:sp>
      <p:sp>
        <p:nvSpPr>
          <p:cNvPr id="239" name="Shape 237"/>
          <p:cNvSpPr/>
          <p:nvPr/>
        </p:nvSpPr>
        <p:spPr>
          <a:xfrm>
            <a:off x="8732520" y="1828800"/>
            <a:ext cx="32004" cy="32004"/>
          </a:xfrm>
          <a:prstGeom prst="ellipse">
            <a:avLst/>
          </a:prstGeom>
          <a:solidFill>
            <a:srgbClr val="222A3D"/>
          </a:solidFill>
          <a:ln/>
        </p:spPr>
      </p:sp>
      <p:sp>
        <p:nvSpPr>
          <p:cNvPr id="240" name="Shape 238"/>
          <p:cNvSpPr/>
          <p:nvPr/>
        </p:nvSpPr>
        <p:spPr>
          <a:xfrm>
            <a:off x="8732520" y="2286000"/>
            <a:ext cx="32004" cy="32004"/>
          </a:xfrm>
          <a:prstGeom prst="ellipse">
            <a:avLst/>
          </a:prstGeom>
          <a:solidFill>
            <a:srgbClr val="222A3D"/>
          </a:solidFill>
          <a:ln/>
        </p:spPr>
      </p:sp>
      <p:sp>
        <p:nvSpPr>
          <p:cNvPr id="241" name="Shape 239"/>
          <p:cNvSpPr/>
          <p:nvPr/>
        </p:nvSpPr>
        <p:spPr>
          <a:xfrm>
            <a:off x="8732520" y="2743200"/>
            <a:ext cx="32004" cy="32004"/>
          </a:xfrm>
          <a:prstGeom prst="ellipse">
            <a:avLst/>
          </a:prstGeom>
          <a:solidFill>
            <a:srgbClr val="222A3D"/>
          </a:solidFill>
          <a:ln/>
        </p:spPr>
      </p:sp>
      <p:sp>
        <p:nvSpPr>
          <p:cNvPr id="242" name="Shape 240"/>
          <p:cNvSpPr/>
          <p:nvPr/>
        </p:nvSpPr>
        <p:spPr>
          <a:xfrm>
            <a:off x="8732520" y="3200400"/>
            <a:ext cx="32004" cy="32004"/>
          </a:xfrm>
          <a:prstGeom prst="ellipse">
            <a:avLst/>
          </a:prstGeom>
          <a:solidFill>
            <a:srgbClr val="222A3D"/>
          </a:solidFill>
          <a:ln/>
        </p:spPr>
      </p:sp>
      <p:sp>
        <p:nvSpPr>
          <p:cNvPr id="243" name="Shape 241"/>
          <p:cNvSpPr/>
          <p:nvPr/>
        </p:nvSpPr>
        <p:spPr>
          <a:xfrm>
            <a:off x="8732520" y="3657600"/>
            <a:ext cx="32004" cy="32004"/>
          </a:xfrm>
          <a:prstGeom prst="ellipse">
            <a:avLst/>
          </a:prstGeom>
          <a:solidFill>
            <a:srgbClr val="222A3D"/>
          </a:solidFill>
          <a:ln/>
        </p:spPr>
      </p:sp>
      <p:sp>
        <p:nvSpPr>
          <p:cNvPr id="244" name="Shape 242"/>
          <p:cNvSpPr/>
          <p:nvPr/>
        </p:nvSpPr>
        <p:spPr>
          <a:xfrm>
            <a:off x="8732520" y="4114800"/>
            <a:ext cx="32004" cy="32004"/>
          </a:xfrm>
          <a:prstGeom prst="ellipse">
            <a:avLst/>
          </a:prstGeom>
          <a:solidFill>
            <a:srgbClr val="222A3D"/>
          </a:solidFill>
          <a:ln/>
        </p:spPr>
      </p:sp>
      <p:sp>
        <p:nvSpPr>
          <p:cNvPr id="245" name="Shape 243"/>
          <p:cNvSpPr/>
          <p:nvPr/>
        </p:nvSpPr>
        <p:spPr>
          <a:xfrm>
            <a:off x="8732520" y="4572000"/>
            <a:ext cx="32004" cy="32004"/>
          </a:xfrm>
          <a:prstGeom prst="ellipse">
            <a:avLst/>
          </a:prstGeom>
          <a:solidFill>
            <a:srgbClr val="222A3D"/>
          </a:solidFill>
          <a:ln/>
        </p:spPr>
      </p:sp>
      <p:sp>
        <p:nvSpPr>
          <p:cNvPr id="246" name="Shape 244"/>
          <p:cNvSpPr/>
          <p:nvPr/>
        </p:nvSpPr>
        <p:spPr>
          <a:xfrm>
            <a:off x="8732520" y="5029200"/>
            <a:ext cx="32004" cy="32004"/>
          </a:xfrm>
          <a:prstGeom prst="ellipse">
            <a:avLst/>
          </a:prstGeom>
          <a:solidFill>
            <a:srgbClr val="222A3D"/>
          </a:solidFill>
          <a:ln/>
        </p:spPr>
      </p:sp>
      <p:sp>
        <p:nvSpPr>
          <p:cNvPr id="247" name="Shape 245"/>
          <p:cNvSpPr/>
          <p:nvPr/>
        </p:nvSpPr>
        <p:spPr>
          <a:xfrm>
            <a:off x="8732520" y="5486400"/>
            <a:ext cx="32004" cy="32004"/>
          </a:xfrm>
          <a:prstGeom prst="ellipse">
            <a:avLst/>
          </a:prstGeom>
          <a:solidFill>
            <a:srgbClr val="222A3D"/>
          </a:solidFill>
          <a:ln/>
        </p:spPr>
      </p:sp>
      <p:sp>
        <p:nvSpPr>
          <p:cNvPr id="248" name="Shape 246"/>
          <p:cNvSpPr/>
          <p:nvPr/>
        </p:nvSpPr>
        <p:spPr>
          <a:xfrm>
            <a:off x="8732520" y="5943600"/>
            <a:ext cx="32004" cy="32004"/>
          </a:xfrm>
          <a:prstGeom prst="ellipse">
            <a:avLst/>
          </a:prstGeom>
          <a:solidFill>
            <a:srgbClr val="222A3D"/>
          </a:solidFill>
          <a:ln/>
        </p:spPr>
      </p:sp>
      <p:sp>
        <p:nvSpPr>
          <p:cNvPr id="249" name="Shape 247"/>
          <p:cNvSpPr/>
          <p:nvPr/>
        </p:nvSpPr>
        <p:spPr>
          <a:xfrm>
            <a:off x="9189720" y="457200"/>
            <a:ext cx="32004" cy="32004"/>
          </a:xfrm>
          <a:prstGeom prst="ellipse">
            <a:avLst/>
          </a:prstGeom>
          <a:solidFill>
            <a:srgbClr val="222A3D"/>
          </a:solidFill>
          <a:ln/>
        </p:spPr>
      </p:sp>
      <p:sp>
        <p:nvSpPr>
          <p:cNvPr id="250" name="Shape 248"/>
          <p:cNvSpPr/>
          <p:nvPr/>
        </p:nvSpPr>
        <p:spPr>
          <a:xfrm>
            <a:off x="9189720" y="914400"/>
            <a:ext cx="32004" cy="32004"/>
          </a:xfrm>
          <a:prstGeom prst="ellipse">
            <a:avLst/>
          </a:prstGeom>
          <a:solidFill>
            <a:srgbClr val="222A3D"/>
          </a:solidFill>
          <a:ln/>
        </p:spPr>
      </p:sp>
      <p:sp>
        <p:nvSpPr>
          <p:cNvPr id="251" name="Shape 249"/>
          <p:cNvSpPr/>
          <p:nvPr/>
        </p:nvSpPr>
        <p:spPr>
          <a:xfrm>
            <a:off x="9189720" y="1371600"/>
            <a:ext cx="32004" cy="32004"/>
          </a:xfrm>
          <a:prstGeom prst="ellipse">
            <a:avLst/>
          </a:prstGeom>
          <a:solidFill>
            <a:srgbClr val="222A3D"/>
          </a:solidFill>
          <a:ln/>
        </p:spPr>
      </p:sp>
      <p:sp>
        <p:nvSpPr>
          <p:cNvPr id="252" name="Shape 250"/>
          <p:cNvSpPr/>
          <p:nvPr/>
        </p:nvSpPr>
        <p:spPr>
          <a:xfrm>
            <a:off x="9189720" y="1828800"/>
            <a:ext cx="32004" cy="32004"/>
          </a:xfrm>
          <a:prstGeom prst="ellipse">
            <a:avLst/>
          </a:prstGeom>
          <a:solidFill>
            <a:srgbClr val="222A3D"/>
          </a:solidFill>
          <a:ln/>
        </p:spPr>
      </p:sp>
      <p:sp>
        <p:nvSpPr>
          <p:cNvPr id="253" name="Shape 251"/>
          <p:cNvSpPr/>
          <p:nvPr/>
        </p:nvSpPr>
        <p:spPr>
          <a:xfrm>
            <a:off x="9189720" y="2286000"/>
            <a:ext cx="32004" cy="32004"/>
          </a:xfrm>
          <a:prstGeom prst="ellipse">
            <a:avLst/>
          </a:prstGeom>
          <a:solidFill>
            <a:srgbClr val="222A3D"/>
          </a:solidFill>
          <a:ln/>
        </p:spPr>
      </p:sp>
      <p:sp>
        <p:nvSpPr>
          <p:cNvPr id="254" name="Shape 252"/>
          <p:cNvSpPr/>
          <p:nvPr/>
        </p:nvSpPr>
        <p:spPr>
          <a:xfrm>
            <a:off x="9189720" y="2743200"/>
            <a:ext cx="32004" cy="32004"/>
          </a:xfrm>
          <a:prstGeom prst="ellipse">
            <a:avLst/>
          </a:prstGeom>
          <a:solidFill>
            <a:srgbClr val="222A3D"/>
          </a:solidFill>
          <a:ln/>
        </p:spPr>
      </p:sp>
      <p:sp>
        <p:nvSpPr>
          <p:cNvPr id="255" name="Shape 253"/>
          <p:cNvSpPr/>
          <p:nvPr/>
        </p:nvSpPr>
        <p:spPr>
          <a:xfrm>
            <a:off x="9189720" y="3200400"/>
            <a:ext cx="32004" cy="32004"/>
          </a:xfrm>
          <a:prstGeom prst="ellipse">
            <a:avLst/>
          </a:prstGeom>
          <a:solidFill>
            <a:srgbClr val="222A3D"/>
          </a:solidFill>
          <a:ln/>
        </p:spPr>
      </p:sp>
      <p:sp>
        <p:nvSpPr>
          <p:cNvPr id="256" name="Shape 254"/>
          <p:cNvSpPr/>
          <p:nvPr/>
        </p:nvSpPr>
        <p:spPr>
          <a:xfrm>
            <a:off x="9189720" y="3657600"/>
            <a:ext cx="32004" cy="32004"/>
          </a:xfrm>
          <a:prstGeom prst="ellipse">
            <a:avLst/>
          </a:prstGeom>
          <a:solidFill>
            <a:srgbClr val="222A3D"/>
          </a:solidFill>
          <a:ln/>
        </p:spPr>
      </p:sp>
      <p:sp>
        <p:nvSpPr>
          <p:cNvPr id="257" name="Shape 255"/>
          <p:cNvSpPr/>
          <p:nvPr/>
        </p:nvSpPr>
        <p:spPr>
          <a:xfrm>
            <a:off x="9189720" y="4114800"/>
            <a:ext cx="32004" cy="32004"/>
          </a:xfrm>
          <a:prstGeom prst="ellipse">
            <a:avLst/>
          </a:prstGeom>
          <a:solidFill>
            <a:srgbClr val="222A3D"/>
          </a:solidFill>
          <a:ln/>
        </p:spPr>
      </p:sp>
      <p:sp>
        <p:nvSpPr>
          <p:cNvPr id="258" name="Shape 256"/>
          <p:cNvSpPr/>
          <p:nvPr/>
        </p:nvSpPr>
        <p:spPr>
          <a:xfrm>
            <a:off x="9189720" y="4572000"/>
            <a:ext cx="32004" cy="32004"/>
          </a:xfrm>
          <a:prstGeom prst="ellipse">
            <a:avLst/>
          </a:prstGeom>
          <a:solidFill>
            <a:srgbClr val="222A3D"/>
          </a:solidFill>
          <a:ln/>
        </p:spPr>
      </p:sp>
      <p:sp>
        <p:nvSpPr>
          <p:cNvPr id="259" name="Shape 257"/>
          <p:cNvSpPr/>
          <p:nvPr/>
        </p:nvSpPr>
        <p:spPr>
          <a:xfrm>
            <a:off x="9189720" y="5029200"/>
            <a:ext cx="32004" cy="32004"/>
          </a:xfrm>
          <a:prstGeom prst="ellipse">
            <a:avLst/>
          </a:prstGeom>
          <a:solidFill>
            <a:srgbClr val="222A3D"/>
          </a:solidFill>
          <a:ln/>
        </p:spPr>
      </p:sp>
      <p:sp>
        <p:nvSpPr>
          <p:cNvPr id="260" name="Shape 258"/>
          <p:cNvSpPr/>
          <p:nvPr/>
        </p:nvSpPr>
        <p:spPr>
          <a:xfrm>
            <a:off x="9189720" y="5486400"/>
            <a:ext cx="32004" cy="32004"/>
          </a:xfrm>
          <a:prstGeom prst="ellipse">
            <a:avLst/>
          </a:prstGeom>
          <a:solidFill>
            <a:srgbClr val="222A3D"/>
          </a:solidFill>
          <a:ln/>
        </p:spPr>
      </p:sp>
      <p:sp>
        <p:nvSpPr>
          <p:cNvPr id="261" name="Shape 259"/>
          <p:cNvSpPr/>
          <p:nvPr/>
        </p:nvSpPr>
        <p:spPr>
          <a:xfrm>
            <a:off x="9189720" y="5943600"/>
            <a:ext cx="32004" cy="32004"/>
          </a:xfrm>
          <a:prstGeom prst="ellipse">
            <a:avLst/>
          </a:prstGeom>
          <a:solidFill>
            <a:srgbClr val="222A3D"/>
          </a:solidFill>
          <a:ln/>
        </p:spPr>
      </p:sp>
      <p:sp>
        <p:nvSpPr>
          <p:cNvPr id="262" name="Shape 260"/>
          <p:cNvSpPr/>
          <p:nvPr/>
        </p:nvSpPr>
        <p:spPr>
          <a:xfrm>
            <a:off x="9646920" y="457200"/>
            <a:ext cx="32004" cy="32004"/>
          </a:xfrm>
          <a:prstGeom prst="ellipse">
            <a:avLst/>
          </a:prstGeom>
          <a:solidFill>
            <a:srgbClr val="222A3D"/>
          </a:solidFill>
          <a:ln/>
        </p:spPr>
      </p:sp>
      <p:sp>
        <p:nvSpPr>
          <p:cNvPr id="263" name="Shape 261"/>
          <p:cNvSpPr/>
          <p:nvPr/>
        </p:nvSpPr>
        <p:spPr>
          <a:xfrm>
            <a:off x="9646920" y="914400"/>
            <a:ext cx="32004" cy="32004"/>
          </a:xfrm>
          <a:prstGeom prst="ellipse">
            <a:avLst/>
          </a:prstGeom>
          <a:solidFill>
            <a:srgbClr val="222A3D"/>
          </a:solidFill>
          <a:ln/>
        </p:spPr>
      </p:sp>
      <p:sp>
        <p:nvSpPr>
          <p:cNvPr id="264" name="Shape 262"/>
          <p:cNvSpPr/>
          <p:nvPr/>
        </p:nvSpPr>
        <p:spPr>
          <a:xfrm>
            <a:off x="9646920" y="1371600"/>
            <a:ext cx="32004" cy="32004"/>
          </a:xfrm>
          <a:prstGeom prst="ellipse">
            <a:avLst/>
          </a:prstGeom>
          <a:solidFill>
            <a:srgbClr val="222A3D"/>
          </a:solidFill>
          <a:ln/>
        </p:spPr>
      </p:sp>
      <p:sp>
        <p:nvSpPr>
          <p:cNvPr id="265" name="Shape 263"/>
          <p:cNvSpPr/>
          <p:nvPr/>
        </p:nvSpPr>
        <p:spPr>
          <a:xfrm>
            <a:off x="9646920" y="1828800"/>
            <a:ext cx="32004" cy="32004"/>
          </a:xfrm>
          <a:prstGeom prst="ellipse">
            <a:avLst/>
          </a:prstGeom>
          <a:solidFill>
            <a:srgbClr val="222A3D"/>
          </a:solidFill>
          <a:ln/>
        </p:spPr>
      </p:sp>
      <p:sp>
        <p:nvSpPr>
          <p:cNvPr id="266" name="Shape 264"/>
          <p:cNvSpPr/>
          <p:nvPr/>
        </p:nvSpPr>
        <p:spPr>
          <a:xfrm>
            <a:off x="9646920" y="2286000"/>
            <a:ext cx="32004" cy="32004"/>
          </a:xfrm>
          <a:prstGeom prst="ellipse">
            <a:avLst/>
          </a:prstGeom>
          <a:solidFill>
            <a:srgbClr val="222A3D"/>
          </a:solidFill>
          <a:ln/>
        </p:spPr>
      </p:sp>
      <p:sp>
        <p:nvSpPr>
          <p:cNvPr id="267" name="Shape 265"/>
          <p:cNvSpPr/>
          <p:nvPr/>
        </p:nvSpPr>
        <p:spPr>
          <a:xfrm>
            <a:off x="9646920" y="2743200"/>
            <a:ext cx="32004" cy="32004"/>
          </a:xfrm>
          <a:prstGeom prst="ellipse">
            <a:avLst/>
          </a:prstGeom>
          <a:solidFill>
            <a:srgbClr val="222A3D"/>
          </a:solidFill>
          <a:ln/>
        </p:spPr>
      </p:sp>
      <p:sp>
        <p:nvSpPr>
          <p:cNvPr id="268" name="Shape 266"/>
          <p:cNvSpPr/>
          <p:nvPr/>
        </p:nvSpPr>
        <p:spPr>
          <a:xfrm>
            <a:off x="9646920" y="3200400"/>
            <a:ext cx="32004" cy="32004"/>
          </a:xfrm>
          <a:prstGeom prst="ellipse">
            <a:avLst/>
          </a:prstGeom>
          <a:solidFill>
            <a:srgbClr val="222A3D"/>
          </a:solidFill>
          <a:ln/>
        </p:spPr>
      </p:sp>
      <p:sp>
        <p:nvSpPr>
          <p:cNvPr id="269" name="Shape 267"/>
          <p:cNvSpPr/>
          <p:nvPr/>
        </p:nvSpPr>
        <p:spPr>
          <a:xfrm>
            <a:off x="9646920" y="3657600"/>
            <a:ext cx="32004" cy="32004"/>
          </a:xfrm>
          <a:prstGeom prst="ellipse">
            <a:avLst/>
          </a:prstGeom>
          <a:solidFill>
            <a:srgbClr val="222A3D"/>
          </a:solidFill>
          <a:ln/>
        </p:spPr>
      </p:sp>
      <p:sp>
        <p:nvSpPr>
          <p:cNvPr id="270" name="Shape 268"/>
          <p:cNvSpPr/>
          <p:nvPr/>
        </p:nvSpPr>
        <p:spPr>
          <a:xfrm>
            <a:off x="9646920" y="4114800"/>
            <a:ext cx="32004" cy="32004"/>
          </a:xfrm>
          <a:prstGeom prst="ellipse">
            <a:avLst/>
          </a:prstGeom>
          <a:solidFill>
            <a:srgbClr val="222A3D"/>
          </a:solidFill>
          <a:ln/>
        </p:spPr>
      </p:sp>
      <p:sp>
        <p:nvSpPr>
          <p:cNvPr id="271" name="Shape 269"/>
          <p:cNvSpPr/>
          <p:nvPr/>
        </p:nvSpPr>
        <p:spPr>
          <a:xfrm>
            <a:off x="9646920" y="4572000"/>
            <a:ext cx="32004" cy="32004"/>
          </a:xfrm>
          <a:prstGeom prst="ellipse">
            <a:avLst/>
          </a:prstGeom>
          <a:solidFill>
            <a:srgbClr val="222A3D"/>
          </a:solidFill>
          <a:ln/>
        </p:spPr>
      </p:sp>
      <p:sp>
        <p:nvSpPr>
          <p:cNvPr id="272" name="Shape 270"/>
          <p:cNvSpPr/>
          <p:nvPr/>
        </p:nvSpPr>
        <p:spPr>
          <a:xfrm>
            <a:off x="9646920" y="5029200"/>
            <a:ext cx="32004" cy="32004"/>
          </a:xfrm>
          <a:prstGeom prst="ellipse">
            <a:avLst/>
          </a:prstGeom>
          <a:solidFill>
            <a:srgbClr val="222A3D"/>
          </a:solidFill>
          <a:ln/>
        </p:spPr>
      </p:sp>
      <p:sp>
        <p:nvSpPr>
          <p:cNvPr id="273" name="Shape 271"/>
          <p:cNvSpPr/>
          <p:nvPr/>
        </p:nvSpPr>
        <p:spPr>
          <a:xfrm>
            <a:off x="9646920" y="5486400"/>
            <a:ext cx="32004" cy="32004"/>
          </a:xfrm>
          <a:prstGeom prst="ellipse">
            <a:avLst/>
          </a:prstGeom>
          <a:solidFill>
            <a:srgbClr val="222A3D"/>
          </a:solidFill>
          <a:ln/>
        </p:spPr>
      </p:sp>
      <p:sp>
        <p:nvSpPr>
          <p:cNvPr id="274" name="Shape 272"/>
          <p:cNvSpPr/>
          <p:nvPr/>
        </p:nvSpPr>
        <p:spPr>
          <a:xfrm>
            <a:off x="9646920" y="5943600"/>
            <a:ext cx="32004" cy="32004"/>
          </a:xfrm>
          <a:prstGeom prst="ellipse">
            <a:avLst/>
          </a:prstGeom>
          <a:solidFill>
            <a:srgbClr val="222A3D"/>
          </a:solidFill>
          <a:ln/>
        </p:spPr>
      </p:sp>
      <p:sp>
        <p:nvSpPr>
          <p:cNvPr id="275" name="Shape 273"/>
          <p:cNvSpPr/>
          <p:nvPr/>
        </p:nvSpPr>
        <p:spPr>
          <a:xfrm>
            <a:off x="10104120" y="457200"/>
            <a:ext cx="32004" cy="32004"/>
          </a:xfrm>
          <a:prstGeom prst="ellipse">
            <a:avLst/>
          </a:prstGeom>
          <a:solidFill>
            <a:srgbClr val="222A3D"/>
          </a:solidFill>
          <a:ln/>
        </p:spPr>
      </p:sp>
      <p:sp>
        <p:nvSpPr>
          <p:cNvPr id="276" name="Shape 274"/>
          <p:cNvSpPr/>
          <p:nvPr/>
        </p:nvSpPr>
        <p:spPr>
          <a:xfrm>
            <a:off x="10104120" y="914400"/>
            <a:ext cx="32004" cy="32004"/>
          </a:xfrm>
          <a:prstGeom prst="ellipse">
            <a:avLst/>
          </a:prstGeom>
          <a:solidFill>
            <a:srgbClr val="222A3D"/>
          </a:solidFill>
          <a:ln/>
        </p:spPr>
      </p:sp>
      <p:sp>
        <p:nvSpPr>
          <p:cNvPr id="277" name="Shape 275"/>
          <p:cNvSpPr/>
          <p:nvPr/>
        </p:nvSpPr>
        <p:spPr>
          <a:xfrm>
            <a:off x="10104120" y="1371600"/>
            <a:ext cx="32004" cy="32004"/>
          </a:xfrm>
          <a:prstGeom prst="ellipse">
            <a:avLst/>
          </a:prstGeom>
          <a:solidFill>
            <a:srgbClr val="222A3D"/>
          </a:solidFill>
          <a:ln/>
        </p:spPr>
      </p:sp>
      <p:sp>
        <p:nvSpPr>
          <p:cNvPr id="278" name="Shape 276"/>
          <p:cNvSpPr/>
          <p:nvPr/>
        </p:nvSpPr>
        <p:spPr>
          <a:xfrm>
            <a:off x="10104120" y="1828800"/>
            <a:ext cx="32004" cy="32004"/>
          </a:xfrm>
          <a:prstGeom prst="ellipse">
            <a:avLst/>
          </a:prstGeom>
          <a:solidFill>
            <a:srgbClr val="222A3D"/>
          </a:solidFill>
          <a:ln/>
        </p:spPr>
      </p:sp>
      <p:sp>
        <p:nvSpPr>
          <p:cNvPr id="279" name="Shape 277"/>
          <p:cNvSpPr/>
          <p:nvPr/>
        </p:nvSpPr>
        <p:spPr>
          <a:xfrm>
            <a:off x="10104120" y="2286000"/>
            <a:ext cx="32004" cy="32004"/>
          </a:xfrm>
          <a:prstGeom prst="ellipse">
            <a:avLst/>
          </a:prstGeom>
          <a:solidFill>
            <a:srgbClr val="222A3D"/>
          </a:solidFill>
          <a:ln/>
        </p:spPr>
      </p:sp>
      <p:sp>
        <p:nvSpPr>
          <p:cNvPr id="280" name="Shape 278"/>
          <p:cNvSpPr/>
          <p:nvPr/>
        </p:nvSpPr>
        <p:spPr>
          <a:xfrm>
            <a:off x="10104120" y="2743200"/>
            <a:ext cx="32004" cy="32004"/>
          </a:xfrm>
          <a:prstGeom prst="ellipse">
            <a:avLst/>
          </a:prstGeom>
          <a:solidFill>
            <a:srgbClr val="222A3D"/>
          </a:solidFill>
          <a:ln/>
        </p:spPr>
      </p:sp>
      <p:sp>
        <p:nvSpPr>
          <p:cNvPr id="281" name="Shape 279"/>
          <p:cNvSpPr/>
          <p:nvPr/>
        </p:nvSpPr>
        <p:spPr>
          <a:xfrm>
            <a:off x="10104120" y="3200400"/>
            <a:ext cx="32004" cy="32004"/>
          </a:xfrm>
          <a:prstGeom prst="ellipse">
            <a:avLst/>
          </a:prstGeom>
          <a:solidFill>
            <a:srgbClr val="222A3D"/>
          </a:solidFill>
          <a:ln/>
        </p:spPr>
      </p:sp>
      <p:sp>
        <p:nvSpPr>
          <p:cNvPr id="282" name="Shape 280"/>
          <p:cNvSpPr/>
          <p:nvPr/>
        </p:nvSpPr>
        <p:spPr>
          <a:xfrm>
            <a:off x="10104120" y="3657600"/>
            <a:ext cx="32004" cy="32004"/>
          </a:xfrm>
          <a:prstGeom prst="ellipse">
            <a:avLst/>
          </a:prstGeom>
          <a:solidFill>
            <a:srgbClr val="222A3D"/>
          </a:solidFill>
          <a:ln/>
        </p:spPr>
      </p:sp>
      <p:sp>
        <p:nvSpPr>
          <p:cNvPr id="283" name="Shape 281"/>
          <p:cNvSpPr/>
          <p:nvPr/>
        </p:nvSpPr>
        <p:spPr>
          <a:xfrm>
            <a:off x="10104120" y="4114800"/>
            <a:ext cx="32004" cy="32004"/>
          </a:xfrm>
          <a:prstGeom prst="ellipse">
            <a:avLst/>
          </a:prstGeom>
          <a:solidFill>
            <a:srgbClr val="222A3D"/>
          </a:solidFill>
          <a:ln/>
        </p:spPr>
      </p:sp>
      <p:sp>
        <p:nvSpPr>
          <p:cNvPr id="284" name="Shape 282"/>
          <p:cNvSpPr/>
          <p:nvPr/>
        </p:nvSpPr>
        <p:spPr>
          <a:xfrm>
            <a:off x="10104120" y="4572000"/>
            <a:ext cx="32004" cy="32004"/>
          </a:xfrm>
          <a:prstGeom prst="ellipse">
            <a:avLst/>
          </a:prstGeom>
          <a:solidFill>
            <a:srgbClr val="222A3D"/>
          </a:solidFill>
          <a:ln/>
        </p:spPr>
      </p:sp>
      <p:sp>
        <p:nvSpPr>
          <p:cNvPr id="285" name="Shape 283"/>
          <p:cNvSpPr/>
          <p:nvPr/>
        </p:nvSpPr>
        <p:spPr>
          <a:xfrm>
            <a:off x="10104120" y="5029200"/>
            <a:ext cx="32004" cy="32004"/>
          </a:xfrm>
          <a:prstGeom prst="ellipse">
            <a:avLst/>
          </a:prstGeom>
          <a:solidFill>
            <a:srgbClr val="222A3D"/>
          </a:solidFill>
          <a:ln/>
        </p:spPr>
      </p:sp>
      <p:sp>
        <p:nvSpPr>
          <p:cNvPr id="286" name="Shape 284"/>
          <p:cNvSpPr/>
          <p:nvPr/>
        </p:nvSpPr>
        <p:spPr>
          <a:xfrm>
            <a:off x="10104120" y="5486400"/>
            <a:ext cx="32004" cy="32004"/>
          </a:xfrm>
          <a:prstGeom prst="ellipse">
            <a:avLst/>
          </a:prstGeom>
          <a:solidFill>
            <a:srgbClr val="222A3D"/>
          </a:solidFill>
          <a:ln/>
        </p:spPr>
      </p:sp>
      <p:sp>
        <p:nvSpPr>
          <p:cNvPr id="287" name="Shape 285"/>
          <p:cNvSpPr/>
          <p:nvPr/>
        </p:nvSpPr>
        <p:spPr>
          <a:xfrm>
            <a:off x="10104120" y="5943600"/>
            <a:ext cx="32004" cy="32004"/>
          </a:xfrm>
          <a:prstGeom prst="ellipse">
            <a:avLst/>
          </a:prstGeom>
          <a:solidFill>
            <a:srgbClr val="222A3D"/>
          </a:solidFill>
          <a:ln/>
        </p:spPr>
      </p:sp>
      <p:sp>
        <p:nvSpPr>
          <p:cNvPr id="288" name="Shape 286"/>
          <p:cNvSpPr/>
          <p:nvPr/>
        </p:nvSpPr>
        <p:spPr>
          <a:xfrm>
            <a:off x="10561320" y="457200"/>
            <a:ext cx="32004" cy="32004"/>
          </a:xfrm>
          <a:prstGeom prst="ellipse">
            <a:avLst/>
          </a:prstGeom>
          <a:solidFill>
            <a:srgbClr val="222A3D"/>
          </a:solidFill>
          <a:ln/>
        </p:spPr>
      </p:sp>
      <p:sp>
        <p:nvSpPr>
          <p:cNvPr id="289" name="Shape 287"/>
          <p:cNvSpPr/>
          <p:nvPr/>
        </p:nvSpPr>
        <p:spPr>
          <a:xfrm>
            <a:off x="10561320" y="914400"/>
            <a:ext cx="32004" cy="32004"/>
          </a:xfrm>
          <a:prstGeom prst="ellipse">
            <a:avLst/>
          </a:prstGeom>
          <a:solidFill>
            <a:srgbClr val="222A3D"/>
          </a:solidFill>
          <a:ln/>
        </p:spPr>
      </p:sp>
      <p:sp>
        <p:nvSpPr>
          <p:cNvPr id="290" name="Shape 288"/>
          <p:cNvSpPr/>
          <p:nvPr/>
        </p:nvSpPr>
        <p:spPr>
          <a:xfrm>
            <a:off x="10561320" y="1371600"/>
            <a:ext cx="32004" cy="32004"/>
          </a:xfrm>
          <a:prstGeom prst="ellipse">
            <a:avLst/>
          </a:prstGeom>
          <a:solidFill>
            <a:srgbClr val="222A3D"/>
          </a:solidFill>
          <a:ln/>
        </p:spPr>
      </p:sp>
      <p:sp>
        <p:nvSpPr>
          <p:cNvPr id="291" name="Shape 289"/>
          <p:cNvSpPr/>
          <p:nvPr/>
        </p:nvSpPr>
        <p:spPr>
          <a:xfrm>
            <a:off x="10561320" y="1828800"/>
            <a:ext cx="32004" cy="32004"/>
          </a:xfrm>
          <a:prstGeom prst="ellipse">
            <a:avLst/>
          </a:prstGeom>
          <a:solidFill>
            <a:srgbClr val="222A3D"/>
          </a:solidFill>
          <a:ln/>
        </p:spPr>
      </p:sp>
      <p:sp>
        <p:nvSpPr>
          <p:cNvPr id="292" name="Shape 290"/>
          <p:cNvSpPr/>
          <p:nvPr/>
        </p:nvSpPr>
        <p:spPr>
          <a:xfrm>
            <a:off x="10561320" y="2286000"/>
            <a:ext cx="32004" cy="32004"/>
          </a:xfrm>
          <a:prstGeom prst="ellipse">
            <a:avLst/>
          </a:prstGeom>
          <a:solidFill>
            <a:srgbClr val="222A3D"/>
          </a:solidFill>
          <a:ln/>
        </p:spPr>
      </p:sp>
      <p:sp>
        <p:nvSpPr>
          <p:cNvPr id="293" name="Shape 291"/>
          <p:cNvSpPr/>
          <p:nvPr/>
        </p:nvSpPr>
        <p:spPr>
          <a:xfrm>
            <a:off x="10561320" y="2743200"/>
            <a:ext cx="32004" cy="32004"/>
          </a:xfrm>
          <a:prstGeom prst="ellipse">
            <a:avLst/>
          </a:prstGeom>
          <a:solidFill>
            <a:srgbClr val="222A3D"/>
          </a:solidFill>
          <a:ln/>
        </p:spPr>
      </p:sp>
      <p:sp>
        <p:nvSpPr>
          <p:cNvPr id="294" name="Shape 292"/>
          <p:cNvSpPr/>
          <p:nvPr/>
        </p:nvSpPr>
        <p:spPr>
          <a:xfrm>
            <a:off x="10561320" y="3200400"/>
            <a:ext cx="32004" cy="32004"/>
          </a:xfrm>
          <a:prstGeom prst="ellipse">
            <a:avLst/>
          </a:prstGeom>
          <a:solidFill>
            <a:srgbClr val="222A3D"/>
          </a:solidFill>
          <a:ln/>
        </p:spPr>
      </p:sp>
      <p:sp>
        <p:nvSpPr>
          <p:cNvPr id="295" name="Shape 293"/>
          <p:cNvSpPr/>
          <p:nvPr/>
        </p:nvSpPr>
        <p:spPr>
          <a:xfrm>
            <a:off x="10561320" y="3657600"/>
            <a:ext cx="32004" cy="32004"/>
          </a:xfrm>
          <a:prstGeom prst="ellipse">
            <a:avLst/>
          </a:prstGeom>
          <a:solidFill>
            <a:srgbClr val="222A3D"/>
          </a:solidFill>
          <a:ln/>
        </p:spPr>
      </p:sp>
      <p:sp>
        <p:nvSpPr>
          <p:cNvPr id="296" name="Shape 294"/>
          <p:cNvSpPr/>
          <p:nvPr/>
        </p:nvSpPr>
        <p:spPr>
          <a:xfrm>
            <a:off x="10561320" y="4114800"/>
            <a:ext cx="32004" cy="32004"/>
          </a:xfrm>
          <a:prstGeom prst="ellipse">
            <a:avLst/>
          </a:prstGeom>
          <a:solidFill>
            <a:srgbClr val="222A3D"/>
          </a:solidFill>
          <a:ln/>
        </p:spPr>
      </p:sp>
      <p:sp>
        <p:nvSpPr>
          <p:cNvPr id="297" name="Shape 295"/>
          <p:cNvSpPr/>
          <p:nvPr/>
        </p:nvSpPr>
        <p:spPr>
          <a:xfrm>
            <a:off x="10561320" y="4572000"/>
            <a:ext cx="32004" cy="32004"/>
          </a:xfrm>
          <a:prstGeom prst="ellipse">
            <a:avLst/>
          </a:prstGeom>
          <a:solidFill>
            <a:srgbClr val="222A3D"/>
          </a:solidFill>
          <a:ln/>
        </p:spPr>
      </p:sp>
      <p:sp>
        <p:nvSpPr>
          <p:cNvPr id="298" name="Shape 296"/>
          <p:cNvSpPr/>
          <p:nvPr/>
        </p:nvSpPr>
        <p:spPr>
          <a:xfrm>
            <a:off x="10561320" y="5029200"/>
            <a:ext cx="32004" cy="32004"/>
          </a:xfrm>
          <a:prstGeom prst="ellipse">
            <a:avLst/>
          </a:prstGeom>
          <a:solidFill>
            <a:srgbClr val="222A3D"/>
          </a:solidFill>
          <a:ln/>
        </p:spPr>
      </p:sp>
      <p:sp>
        <p:nvSpPr>
          <p:cNvPr id="299" name="Shape 297"/>
          <p:cNvSpPr/>
          <p:nvPr/>
        </p:nvSpPr>
        <p:spPr>
          <a:xfrm>
            <a:off x="10561320" y="5486400"/>
            <a:ext cx="32004" cy="32004"/>
          </a:xfrm>
          <a:prstGeom prst="ellipse">
            <a:avLst/>
          </a:prstGeom>
          <a:solidFill>
            <a:srgbClr val="222A3D"/>
          </a:solidFill>
          <a:ln/>
        </p:spPr>
      </p:sp>
      <p:sp>
        <p:nvSpPr>
          <p:cNvPr id="300" name="Shape 298"/>
          <p:cNvSpPr/>
          <p:nvPr/>
        </p:nvSpPr>
        <p:spPr>
          <a:xfrm>
            <a:off x="10561320" y="5943600"/>
            <a:ext cx="32004" cy="32004"/>
          </a:xfrm>
          <a:prstGeom prst="ellipse">
            <a:avLst/>
          </a:prstGeom>
          <a:solidFill>
            <a:srgbClr val="222A3D"/>
          </a:solidFill>
          <a:ln/>
        </p:spPr>
      </p:sp>
      <p:sp>
        <p:nvSpPr>
          <p:cNvPr id="301" name="Shape 299"/>
          <p:cNvSpPr/>
          <p:nvPr/>
        </p:nvSpPr>
        <p:spPr>
          <a:xfrm>
            <a:off x="11018520" y="457200"/>
            <a:ext cx="32004" cy="32004"/>
          </a:xfrm>
          <a:prstGeom prst="ellipse">
            <a:avLst/>
          </a:prstGeom>
          <a:solidFill>
            <a:srgbClr val="222A3D"/>
          </a:solidFill>
          <a:ln/>
        </p:spPr>
      </p:sp>
      <p:sp>
        <p:nvSpPr>
          <p:cNvPr id="302" name="Shape 300"/>
          <p:cNvSpPr/>
          <p:nvPr/>
        </p:nvSpPr>
        <p:spPr>
          <a:xfrm>
            <a:off x="11018520" y="914400"/>
            <a:ext cx="32004" cy="32004"/>
          </a:xfrm>
          <a:prstGeom prst="ellipse">
            <a:avLst/>
          </a:prstGeom>
          <a:solidFill>
            <a:srgbClr val="222A3D"/>
          </a:solidFill>
          <a:ln/>
        </p:spPr>
      </p:sp>
      <p:sp>
        <p:nvSpPr>
          <p:cNvPr id="303" name="Shape 301"/>
          <p:cNvSpPr/>
          <p:nvPr/>
        </p:nvSpPr>
        <p:spPr>
          <a:xfrm>
            <a:off x="11018520" y="1371600"/>
            <a:ext cx="32004" cy="32004"/>
          </a:xfrm>
          <a:prstGeom prst="ellipse">
            <a:avLst/>
          </a:prstGeom>
          <a:solidFill>
            <a:srgbClr val="222A3D"/>
          </a:solidFill>
          <a:ln/>
        </p:spPr>
      </p:sp>
      <p:sp>
        <p:nvSpPr>
          <p:cNvPr id="304" name="Shape 302"/>
          <p:cNvSpPr/>
          <p:nvPr/>
        </p:nvSpPr>
        <p:spPr>
          <a:xfrm>
            <a:off x="11018520" y="1828800"/>
            <a:ext cx="32004" cy="32004"/>
          </a:xfrm>
          <a:prstGeom prst="ellipse">
            <a:avLst/>
          </a:prstGeom>
          <a:solidFill>
            <a:srgbClr val="222A3D"/>
          </a:solidFill>
          <a:ln/>
        </p:spPr>
      </p:sp>
      <p:sp>
        <p:nvSpPr>
          <p:cNvPr id="305" name="Shape 303"/>
          <p:cNvSpPr/>
          <p:nvPr/>
        </p:nvSpPr>
        <p:spPr>
          <a:xfrm>
            <a:off x="11018520" y="2286000"/>
            <a:ext cx="32004" cy="32004"/>
          </a:xfrm>
          <a:prstGeom prst="ellipse">
            <a:avLst/>
          </a:prstGeom>
          <a:solidFill>
            <a:srgbClr val="222A3D"/>
          </a:solidFill>
          <a:ln/>
        </p:spPr>
      </p:sp>
      <p:sp>
        <p:nvSpPr>
          <p:cNvPr id="306" name="Shape 304"/>
          <p:cNvSpPr/>
          <p:nvPr/>
        </p:nvSpPr>
        <p:spPr>
          <a:xfrm>
            <a:off x="11018520" y="2743200"/>
            <a:ext cx="32004" cy="32004"/>
          </a:xfrm>
          <a:prstGeom prst="ellipse">
            <a:avLst/>
          </a:prstGeom>
          <a:solidFill>
            <a:srgbClr val="222A3D"/>
          </a:solidFill>
          <a:ln/>
        </p:spPr>
      </p:sp>
      <p:sp>
        <p:nvSpPr>
          <p:cNvPr id="307" name="Shape 305"/>
          <p:cNvSpPr/>
          <p:nvPr/>
        </p:nvSpPr>
        <p:spPr>
          <a:xfrm>
            <a:off x="11018520" y="3200400"/>
            <a:ext cx="32004" cy="32004"/>
          </a:xfrm>
          <a:prstGeom prst="ellipse">
            <a:avLst/>
          </a:prstGeom>
          <a:solidFill>
            <a:srgbClr val="222A3D"/>
          </a:solidFill>
          <a:ln/>
        </p:spPr>
      </p:sp>
      <p:sp>
        <p:nvSpPr>
          <p:cNvPr id="308" name="Shape 306"/>
          <p:cNvSpPr/>
          <p:nvPr/>
        </p:nvSpPr>
        <p:spPr>
          <a:xfrm>
            <a:off x="11018520" y="3657600"/>
            <a:ext cx="32004" cy="32004"/>
          </a:xfrm>
          <a:prstGeom prst="ellipse">
            <a:avLst/>
          </a:prstGeom>
          <a:solidFill>
            <a:srgbClr val="222A3D"/>
          </a:solidFill>
          <a:ln/>
        </p:spPr>
      </p:sp>
      <p:sp>
        <p:nvSpPr>
          <p:cNvPr id="309" name="Shape 307"/>
          <p:cNvSpPr/>
          <p:nvPr/>
        </p:nvSpPr>
        <p:spPr>
          <a:xfrm>
            <a:off x="11018520" y="4114800"/>
            <a:ext cx="32004" cy="32004"/>
          </a:xfrm>
          <a:prstGeom prst="ellipse">
            <a:avLst/>
          </a:prstGeom>
          <a:solidFill>
            <a:srgbClr val="222A3D"/>
          </a:solidFill>
          <a:ln/>
        </p:spPr>
      </p:sp>
      <p:sp>
        <p:nvSpPr>
          <p:cNvPr id="310" name="Shape 308"/>
          <p:cNvSpPr/>
          <p:nvPr/>
        </p:nvSpPr>
        <p:spPr>
          <a:xfrm>
            <a:off x="11018520" y="4572000"/>
            <a:ext cx="32004" cy="32004"/>
          </a:xfrm>
          <a:prstGeom prst="ellipse">
            <a:avLst/>
          </a:prstGeom>
          <a:solidFill>
            <a:srgbClr val="222A3D"/>
          </a:solidFill>
          <a:ln/>
        </p:spPr>
      </p:sp>
      <p:sp>
        <p:nvSpPr>
          <p:cNvPr id="311" name="Shape 309"/>
          <p:cNvSpPr/>
          <p:nvPr/>
        </p:nvSpPr>
        <p:spPr>
          <a:xfrm>
            <a:off x="11018520" y="5029200"/>
            <a:ext cx="32004" cy="32004"/>
          </a:xfrm>
          <a:prstGeom prst="ellipse">
            <a:avLst/>
          </a:prstGeom>
          <a:solidFill>
            <a:srgbClr val="222A3D"/>
          </a:solidFill>
          <a:ln/>
        </p:spPr>
      </p:sp>
      <p:sp>
        <p:nvSpPr>
          <p:cNvPr id="312" name="Shape 310"/>
          <p:cNvSpPr/>
          <p:nvPr/>
        </p:nvSpPr>
        <p:spPr>
          <a:xfrm>
            <a:off x="11018520" y="5486400"/>
            <a:ext cx="32004" cy="32004"/>
          </a:xfrm>
          <a:prstGeom prst="ellipse">
            <a:avLst/>
          </a:prstGeom>
          <a:solidFill>
            <a:srgbClr val="222A3D"/>
          </a:solidFill>
          <a:ln/>
        </p:spPr>
      </p:sp>
      <p:sp>
        <p:nvSpPr>
          <p:cNvPr id="313" name="Shape 311"/>
          <p:cNvSpPr/>
          <p:nvPr/>
        </p:nvSpPr>
        <p:spPr>
          <a:xfrm>
            <a:off x="11018520" y="5943600"/>
            <a:ext cx="32004" cy="32004"/>
          </a:xfrm>
          <a:prstGeom prst="ellipse">
            <a:avLst/>
          </a:prstGeom>
          <a:solidFill>
            <a:srgbClr val="222A3D"/>
          </a:solidFill>
          <a:ln/>
        </p:spPr>
      </p:sp>
      <p:sp>
        <p:nvSpPr>
          <p:cNvPr id="314" name="Shape 312"/>
          <p:cNvSpPr/>
          <p:nvPr/>
        </p:nvSpPr>
        <p:spPr>
          <a:xfrm>
            <a:off x="11475720" y="457200"/>
            <a:ext cx="32004" cy="32004"/>
          </a:xfrm>
          <a:prstGeom prst="ellipse">
            <a:avLst/>
          </a:prstGeom>
          <a:solidFill>
            <a:srgbClr val="222A3D"/>
          </a:solidFill>
          <a:ln/>
        </p:spPr>
      </p:sp>
      <p:sp>
        <p:nvSpPr>
          <p:cNvPr id="315" name="Shape 313"/>
          <p:cNvSpPr/>
          <p:nvPr/>
        </p:nvSpPr>
        <p:spPr>
          <a:xfrm>
            <a:off x="11475720" y="914400"/>
            <a:ext cx="32004" cy="32004"/>
          </a:xfrm>
          <a:prstGeom prst="ellipse">
            <a:avLst/>
          </a:prstGeom>
          <a:solidFill>
            <a:srgbClr val="222A3D"/>
          </a:solidFill>
          <a:ln/>
        </p:spPr>
      </p:sp>
      <p:sp>
        <p:nvSpPr>
          <p:cNvPr id="316" name="Shape 314"/>
          <p:cNvSpPr/>
          <p:nvPr/>
        </p:nvSpPr>
        <p:spPr>
          <a:xfrm>
            <a:off x="11475720" y="1371600"/>
            <a:ext cx="32004" cy="32004"/>
          </a:xfrm>
          <a:prstGeom prst="ellipse">
            <a:avLst/>
          </a:prstGeom>
          <a:solidFill>
            <a:srgbClr val="222A3D"/>
          </a:solidFill>
          <a:ln/>
        </p:spPr>
      </p:sp>
      <p:sp>
        <p:nvSpPr>
          <p:cNvPr id="317" name="Shape 315"/>
          <p:cNvSpPr/>
          <p:nvPr/>
        </p:nvSpPr>
        <p:spPr>
          <a:xfrm>
            <a:off x="11475720" y="1828800"/>
            <a:ext cx="32004" cy="32004"/>
          </a:xfrm>
          <a:prstGeom prst="ellipse">
            <a:avLst/>
          </a:prstGeom>
          <a:solidFill>
            <a:srgbClr val="222A3D"/>
          </a:solidFill>
          <a:ln/>
        </p:spPr>
      </p:sp>
      <p:sp>
        <p:nvSpPr>
          <p:cNvPr id="318" name="Shape 316"/>
          <p:cNvSpPr/>
          <p:nvPr/>
        </p:nvSpPr>
        <p:spPr>
          <a:xfrm>
            <a:off x="11475720" y="2286000"/>
            <a:ext cx="32004" cy="32004"/>
          </a:xfrm>
          <a:prstGeom prst="ellipse">
            <a:avLst/>
          </a:prstGeom>
          <a:solidFill>
            <a:srgbClr val="222A3D"/>
          </a:solidFill>
          <a:ln/>
        </p:spPr>
      </p:sp>
      <p:sp>
        <p:nvSpPr>
          <p:cNvPr id="319" name="Shape 317"/>
          <p:cNvSpPr/>
          <p:nvPr/>
        </p:nvSpPr>
        <p:spPr>
          <a:xfrm>
            <a:off x="11475720" y="2743200"/>
            <a:ext cx="32004" cy="32004"/>
          </a:xfrm>
          <a:prstGeom prst="ellipse">
            <a:avLst/>
          </a:prstGeom>
          <a:solidFill>
            <a:srgbClr val="222A3D"/>
          </a:solidFill>
          <a:ln/>
        </p:spPr>
      </p:sp>
      <p:sp>
        <p:nvSpPr>
          <p:cNvPr id="320" name="Shape 318"/>
          <p:cNvSpPr/>
          <p:nvPr/>
        </p:nvSpPr>
        <p:spPr>
          <a:xfrm>
            <a:off x="11475720" y="3200400"/>
            <a:ext cx="32004" cy="32004"/>
          </a:xfrm>
          <a:prstGeom prst="ellipse">
            <a:avLst/>
          </a:prstGeom>
          <a:solidFill>
            <a:srgbClr val="222A3D"/>
          </a:solidFill>
          <a:ln/>
        </p:spPr>
      </p:sp>
      <p:sp>
        <p:nvSpPr>
          <p:cNvPr id="321" name="Shape 319"/>
          <p:cNvSpPr/>
          <p:nvPr/>
        </p:nvSpPr>
        <p:spPr>
          <a:xfrm>
            <a:off x="11475720" y="3657600"/>
            <a:ext cx="32004" cy="32004"/>
          </a:xfrm>
          <a:prstGeom prst="ellipse">
            <a:avLst/>
          </a:prstGeom>
          <a:solidFill>
            <a:srgbClr val="222A3D"/>
          </a:solidFill>
          <a:ln/>
        </p:spPr>
      </p:sp>
      <p:sp>
        <p:nvSpPr>
          <p:cNvPr id="322" name="Shape 320"/>
          <p:cNvSpPr/>
          <p:nvPr/>
        </p:nvSpPr>
        <p:spPr>
          <a:xfrm>
            <a:off x="11475720" y="4114800"/>
            <a:ext cx="32004" cy="32004"/>
          </a:xfrm>
          <a:prstGeom prst="ellipse">
            <a:avLst/>
          </a:prstGeom>
          <a:solidFill>
            <a:srgbClr val="222A3D"/>
          </a:solidFill>
          <a:ln/>
        </p:spPr>
      </p:sp>
      <p:sp>
        <p:nvSpPr>
          <p:cNvPr id="323" name="Shape 321"/>
          <p:cNvSpPr/>
          <p:nvPr/>
        </p:nvSpPr>
        <p:spPr>
          <a:xfrm>
            <a:off x="11475720" y="4572000"/>
            <a:ext cx="32004" cy="32004"/>
          </a:xfrm>
          <a:prstGeom prst="ellipse">
            <a:avLst/>
          </a:prstGeom>
          <a:solidFill>
            <a:srgbClr val="222A3D"/>
          </a:solidFill>
          <a:ln/>
        </p:spPr>
      </p:sp>
      <p:sp>
        <p:nvSpPr>
          <p:cNvPr id="324" name="Shape 322"/>
          <p:cNvSpPr/>
          <p:nvPr/>
        </p:nvSpPr>
        <p:spPr>
          <a:xfrm>
            <a:off x="11475720" y="5029200"/>
            <a:ext cx="32004" cy="32004"/>
          </a:xfrm>
          <a:prstGeom prst="ellipse">
            <a:avLst/>
          </a:prstGeom>
          <a:solidFill>
            <a:srgbClr val="222A3D"/>
          </a:solidFill>
          <a:ln/>
        </p:spPr>
      </p:sp>
      <p:sp>
        <p:nvSpPr>
          <p:cNvPr id="325" name="Shape 323"/>
          <p:cNvSpPr/>
          <p:nvPr/>
        </p:nvSpPr>
        <p:spPr>
          <a:xfrm>
            <a:off x="11475720" y="5486400"/>
            <a:ext cx="32004" cy="32004"/>
          </a:xfrm>
          <a:prstGeom prst="ellipse">
            <a:avLst/>
          </a:prstGeom>
          <a:solidFill>
            <a:srgbClr val="222A3D"/>
          </a:solidFill>
          <a:ln/>
        </p:spPr>
      </p:sp>
      <p:sp>
        <p:nvSpPr>
          <p:cNvPr id="326" name="Shape 324"/>
          <p:cNvSpPr/>
          <p:nvPr/>
        </p:nvSpPr>
        <p:spPr>
          <a:xfrm>
            <a:off x="11475720" y="5943600"/>
            <a:ext cx="32004" cy="32004"/>
          </a:xfrm>
          <a:prstGeom prst="ellipse">
            <a:avLst/>
          </a:prstGeom>
          <a:solidFill>
            <a:srgbClr val="222A3D"/>
          </a:solidFill>
          <a:ln/>
        </p:spPr>
      </p:sp>
      <p:sp>
        <p:nvSpPr>
          <p:cNvPr id="327" name="Shape 325"/>
          <p:cNvSpPr/>
          <p:nvPr/>
        </p:nvSpPr>
        <p:spPr>
          <a:xfrm>
            <a:off x="11932920" y="457200"/>
            <a:ext cx="32004" cy="32004"/>
          </a:xfrm>
          <a:prstGeom prst="ellipse">
            <a:avLst/>
          </a:prstGeom>
          <a:solidFill>
            <a:srgbClr val="222A3D"/>
          </a:solidFill>
          <a:ln/>
        </p:spPr>
      </p:sp>
      <p:sp>
        <p:nvSpPr>
          <p:cNvPr id="328" name="Shape 326"/>
          <p:cNvSpPr/>
          <p:nvPr/>
        </p:nvSpPr>
        <p:spPr>
          <a:xfrm>
            <a:off x="11932920" y="914400"/>
            <a:ext cx="32004" cy="32004"/>
          </a:xfrm>
          <a:prstGeom prst="ellipse">
            <a:avLst/>
          </a:prstGeom>
          <a:solidFill>
            <a:srgbClr val="222A3D"/>
          </a:solidFill>
          <a:ln/>
        </p:spPr>
      </p:sp>
      <p:sp>
        <p:nvSpPr>
          <p:cNvPr id="329" name="Shape 327"/>
          <p:cNvSpPr/>
          <p:nvPr/>
        </p:nvSpPr>
        <p:spPr>
          <a:xfrm>
            <a:off x="11932920" y="1371600"/>
            <a:ext cx="32004" cy="32004"/>
          </a:xfrm>
          <a:prstGeom prst="ellipse">
            <a:avLst/>
          </a:prstGeom>
          <a:solidFill>
            <a:srgbClr val="222A3D"/>
          </a:solidFill>
          <a:ln/>
        </p:spPr>
      </p:sp>
      <p:sp>
        <p:nvSpPr>
          <p:cNvPr id="330" name="Shape 328"/>
          <p:cNvSpPr/>
          <p:nvPr/>
        </p:nvSpPr>
        <p:spPr>
          <a:xfrm>
            <a:off x="11932920" y="1828800"/>
            <a:ext cx="32004" cy="32004"/>
          </a:xfrm>
          <a:prstGeom prst="ellipse">
            <a:avLst/>
          </a:prstGeom>
          <a:solidFill>
            <a:srgbClr val="222A3D"/>
          </a:solidFill>
          <a:ln/>
        </p:spPr>
      </p:sp>
      <p:sp>
        <p:nvSpPr>
          <p:cNvPr id="331" name="Shape 329"/>
          <p:cNvSpPr/>
          <p:nvPr/>
        </p:nvSpPr>
        <p:spPr>
          <a:xfrm>
            <a:off x="11932920" y="2286000"/>
            <a:ext cx="32004" cy="32004"/>
          </a:xfrm>
          <a:prstGeom prst="ellipse">
            <a:avLst/>
          </a:prstGeom>
          <a:solidFill>
            <a:srgbClr val="222A3D"/>
          </a:solidFill>
          <a:ln/>
        </p:spPr>
      </p:sp>
      <p:sp>
        <p:nvSpPr>
          <p:cNvPr id="332" name="Shape 330"/>
          <p:cNvSpPr/>
          <p:nvPr/>
        </p:nvSpPr>
        <p:spPr>
          <a:xfrm>
            <a:off x="11932920" y="2743200"/>
            <a:ext cx="32004" cy="32004"/>
          </a:xfrm>
          <a:prstGeom prst="ellipse">
            <a:avLst/>
          </a:prstGeom>
          <a:solidFill>
            <a:srgbClr val="222A3D"/>
          </a:solidFill>
          <a:ln/>
        </p:spPr>
      </p:sp>
      <p:sp>
        <p:nvSpPr>
          <p:cNvPr id="333" name="Shape 331"/>
          <p:cNvSpPr/>
          <p:nvPr/>
        </p:nvSpPr>
        <p:spPr>
          <a:xfrm>
            <a:off x="11932920" y="3200400"/>
            <a:ext cx="32004" cy="32004"/>
          </a:xfrm>
          <a:prstGeom prst="ellipse">
            <a:avLst/>
          </a:prstGeom>
          <a:solidFill>
            <a:srgbClr val="222A3D"/>
          </a:solidFill>
          <a:ln/>
        </p:spPr>
      </p:sp>
      <p:sp>
        <p:nvSpPr>
          <p:cNvPr id="334" name="Shape 332"/>
          <p:cNvSpPr/>
          <p:nvPr/>
        </p:nvSpPr>
        <p:spPr>
          <a:xfrm>
            <a:off x="11932920" y="3657600"/>
            <a:ext cx="32004" cy="32004"/>
          </a:xfrm>
          <a:prstGeom prst="ellipse">
            <a:avLst/>
          </a:prstGeom>
          <a:solidFill>
            <a:srgbClr val="222A3D"/>
          </a:solidFill>
          <a:ln/>
        </p:spPr>
      </p:sp>
      <p:sp>
        <p:nvSpPr>
          <p:cNvPr id="335" name="Shape 333"/>
          <p:cNvSpPr/>
          <p:nvPr/>
        </p:nvSpPr>
        <p:spPr>
          <a:xfrm>
            <a:off x="11932920" y="4114800"/>
            <a:ext cx="32004" cy="32004"/>
          </a:xfrm>
          <a:prstGeom prst="ellipse">
            <a:avLst/>
          </a:prstGeom>
          <a:solidFill>
            <a:srgbClr val="222A3D"/>
          </a:solidFill>
          <a:ln/>
        </p:spPr>
      </p:sp>
      <p:sp>
        <p:nvSpPr>
          <p:cNvPr id="336" name="Shape 334"/>
          <p:cNvSpPr/>
          <p:nvPr/>
        </p:nvSpPr>
        <p:spPr>
          <a:xfrm>
            <a:off x="11932920" y="4572000"/>
            <a:ext cx="32004" cy="32004"/>
          </a:xfrm>
          <a:prstGeom prst="ellipse">
            <a:avLst/>
          </a:prstGeom>
          <a:solidFill>
            <a:srgbClr val="222A3D"/>
          </a:solidFill>
          <a:ln/>
        </p:spPr>
      </p:sp>
      <p:sp>
        <p:nvSpPr>
          <p:cNvPr id="337" name="Shape 335"/>
          <p:cNvSpPr/>
          <p:nvPr/>
        </p:nvSpPr>
        <p:spPr>
          <a:xfrm>
            <a:off x="11932920" y="5029200"/>
            <a:ext cx="32004" cy="32004"/>
          </a:xfrm>
          <a:prstGeom prst="ellipse">
            <a:avLst/>
          </a:prstGeom>
          <a:solidFill>
            <a:srgbClr val="222A3D"/>
          </a:solidFill>
          <a:ln/>
        </p:spPr>
      </p:sp>
      <p:sp>
        <p:nvSpPr>
          <p:cNvPr id="338" name="Shape 336"/>
          <p:cNvSpPr/>
          <p:nvPr/>
        </p:nvSpPr>
        <p:spPr>
          <a:xfrm>
            <a:off x="11932920" y="5486400"/>
            <a:ext cx="32004" cy="32004"/>
          </a:xfrm>
          <a:prstGeom prst="ellipse">
            <a:avLst/>
          </a:prstGeom>
          <a:solidFill>
            <a:srgbClr val="222A3D"/>
          </a:solidFill>
          <a:ln/>
        </p:spPr>
      </p:sp>
      <p:sp>
        <p:nvSpPr>
          <p:cNvPr id="339" name="Shape 337"/>
          <p:cNvSpPr/>
          <p:nvPr/>
        </p:nvSpPr>
        <p:spPr>
          <a:xfrm>
            <a:off x="11932920" y="5943600"/>
            <a:ext cx="32004" cy="32004"/>
          </a:xfrm>
          <a:prstGeom prst="ellipse">
            <a:avLst/>
          </a:prstGeom>
          <a:solidFill>
            <a:srgbClr val="222A3D"/>
          </a:solidFill>
          <a:ln/>
        </p:spPr>
      </p:sp>
      <p:sp>
        <p:nvSpPr>
          <p:cNvPr id="340" name="Text 338"/>
          <p:cNvSpPr txBox="1"/>
          <p:nvPr/>
        </p:nvSpPr>
        <p:spPr>
          <a:xfrm>
            <a:off x="640080" y="1691640"/>
            <a:ext cx="5852160" cy="1505102"/>
          </a:xfrm>
          <a:prstGeom prst="rect">
            <a:avLst/>
          </a:prstGeom>
          <a:noFill/>
          <a:ln/>
        </p:spPr>
        <p:txBody>
          <a:bodyPr wrap="square" lIns="0" tIns="0" rIns="0" bIns="0" rtlCol="0" anchor="t"/>
          <a:lstStyle/>
          <a:p>
            <a:pPr algn="l" indent="0" marL="0">
              <a:lnSpc>
                <a:spcPct val="122000"/>
              </a:lnSpc>
              <a:buNone/>
            </a:pPr>
            <a:r>
              <a:rPr lang="en-US" sz="5400" b="1" dirty="0">
                <a:solidFill>
                  <a:srgbClr val="E9EDF7"/>
                </a:solidFill>
                <a:latin typeface="Arial" pitchFamily="34" charset="0"/>
                <a:ea typeface="Arial" pitchFamily="34" charset="-122"/>
                <a:cs typeface="Arial" pitchFamily="34" charset="-120"/>
              </a:rPr>
              <a:t>Gig</a:t>
            </a:r>
            <a:pPr algn="l" indent="0" marL="0">
              <a:lnSpc>
                <a:spcPct val="122000"/>
              </a:lnSpc>
              <a:buNone/>
            </a:pPr>
            <a:r>
              <a:rPr lang="en-US" sz="5400" b="1" dirty="0">
                <a:solidFill>
                  <a:srgbClr val="22D3EE"/>
                </a:solidFill>
                <a:latin typeface="Arial" pitchFamily="34" charset="0"/>
                <a:ea typeface="Arial" pitchFamily="34" charset="-122"/>
                <a:cs typeface="Arial" pitchFamily="34" charset="-120"/>
              </a:rPr>
              <a:t>Nest</a:t>
            </a:r>
            <a:endParaRPr lang="en-US" sz="5400" dirty="0"/>
          </a:p>
        </p:txBody>
      </p:sp>
      <p:sp>
        <p:nvSpPr>
          <p:cNvPr id="341" name="Text 339"/>
          <p:cNvSpPr txBox="1"/>
          <p:nvPr/>
        </p:nvSpPr>
        <p:spPr>
          <a:xfrm>
            <a:off x="640080" y="2743200"/>
            <a:ext cx="9692640" cy="566928"/>
          </a:xfrm>
          <a:prstGeom prst="rect">
            <a:avLst/>
          </a:prstGeom>
          <a:noFill/>
          <a:ln/>
        </p:spPr>
        <p:txBody>
          <a:bodyPr wrap="square" lIns="0" tIns="0" rIns="0" bIns="0" rtlCol="0" anchor="t"/>
          <a:lstStyle/>
          <a:p>
            <a:pPr algn="l" indent="0" marL="0">
              <a:lnSpc>
                <a:spcPct val="122000"/>
              </a:lnSpc>
              <a:buNone/>
            </a:pPr>
            <a:r>
              <a:rPr lang="en-US" sz="2700" dirty="0">
                <a:solidFill>
                  <a:srgbClr val="E9EDF7"/>
                </a:solidFill>
                <a:latin typeface="Arial" pitchFamily="34" charset="0"/>
                <a:ea typeface="Arial" pitchFamily="34" charset="-122"/>
                <a:cs typeface="Arial" pitchFamily="34" charset="-120"/>
              </a:rPr>
              <a:t>Work worth doing, </a:t>
            </a:r>
            <a:pPr algn="l" indent="0" marL="0">
              <a:lnSpc>
                <a:spcPct val="122000"/>
              </a:lnSpc>
              <a:buNone/>
            </a:pPr>
            <a:r>
              <a:rPr lang="en-US" sz="2700" b="1" dirty="0">
                <a:solidFill>
                  <a:srgbClr val="22D3EE"/>
                </a:solidFill>
                <a:latin typeface="Arial" pitchFamily="34" charset="0"/>
                <a:ea typeface="Arial" pitchFamily="34" charset="-122"/>
                <a:cs typeface="Arial" pitchFamily="34" charset="-120"/>
              </a:rPr>
              <a:t>claimed by IIT BHU students</a:t>
            </a:r>
            <a:endParaRPr lang="en-US" sz="2700" dirty="0"/>
          </a:p>
        </p:txBody>
      </p:sp>
      <p:sp>
        <p:nvSpPr>
          <p:cNvPr id="342" name="Text 340"/>
          <p:cNvSpPr txBox="1"/>
          <p:nvPr/>
        </p:nvSpPr>
        <p:spPr>
          <a:xfrm>
            <a:off x="640080" y="3474720"/>
            <a:ext cx="8961120" cy="731520"/>
          </a:xfrm>
          <a:prstGeom prst="rect">
            <a:avLst/>
          </a:prstGeom>
          <a:noFill/>
          <a:ln/>
        </p:spPr>
        <p:txBody>
          <a:bodyPr wrap="square" lIns="0" tIns="0" rIns="0" bIns="0" rtlCol="0" anchor="t"/>
          <a:lstStyle/>
          <a:p>
            <a:pPr algn="l" indent="0" marL="0">
              <a:lnSpc>
                <a:spcPct val="122000"/>
              </a:lnSpc>
              <a:buNone/>
            </a:pPr>
            <a:r>
              <a:rPr lang="en-US" sz="1600" dirty="0">
                <a:solidFill>
                  <a:srgbClr val="96A0B5"/>
                </a:solidFill>
                <a:latin typeface="Calibri" pitchFamily="34" charset="0"/>
                <a:ea typeface="Calibri" pitchFamily="34" charset="-122"/>
                <a:cs typeface="Calibri" pitchFamily="34" charset="-120"/>
              </a:rPr>
              <a:t>A marketplace for paid work around Varanasi. Open to post. Exclusive to claim.</a:t>
            </a:r>
            <a:endParaRPr lang="en-US" sz="1600" dirty="0"/>
          </a:p>
        </p:txBody>
      </p:sp>
      <p:sp>
        <p:nvSpPr>
          <p:cNvPr id="343" name="Shape 341"/>
          <p:cNvSpPr/>
          <p:nvPr/>
        </p:nvSpPr>
        <p:spPr>
          <a:xfrm>
            <a:off x="640080" y="4709160"/>
            <a:ext cx="7223760" cy="786384"/>
          </a:xfrm>
          <a:prstGeom prst="roundRect">
            <a:avLst>
              <a:gd name="adj" fmla="val 6977"/>
            </a:avLst>
          </a:prstGeom>
          <a:solidFill>
            <a:srgbClr val="0F1320"/>
          </a:solidFill>
          <a:ln w="12700">
            <a:solidFill>
              <a:srgbClr val="222A3D"/>
            </a:solidFill>
            <a:prstDash val="solid"/>
          </a:ln>
        </p:spPr>
      </p:sp>
      <p:sp>
        <p:nvSpPr>
          <p:cNvPr id="344" name="Shape 342"/>
          <p:cNvSpPr/>
          <p:nvPr/>
        </p:nvSpPr>
        <p:spPr>
          <a:xfrm>
            <a:off x="950976" y="5038344"/>
            <a:ext cx="128016" cy="128016"/>
          </a:xfrm>
          <a:prstGeom prst="ellipse">
            <a:avLst/>
          </a:prstGeom>
          <a:solidFill>
            <a:srgbClr val="A3E635"/>
          </a:solidFill>
          <a:ln/>
        </p:spPr>
      </p:sp>
      <p:sp>
        <p:nvSpPr>
          <p:cNvPr id="345" name="Text 343"/>
          <p:cNvSpPr txBox="1"/>
          <p:nvPr/>
        </p:nvSpPr>
        <p:spPr>
          <a:xfrm>
            <a:off x="1298448" y="4709160"/>
            <a:ext cx="4754880" cy="786384"/>
          </a:xfrm>
          <a:prstGeom prst="rect">
            <a:avLst/>
          </a:prstGeom>
          <a:noFill/>
          <a:ln/>
        </p:spPr>
        <p:txBody>
          <a:bodyPr wrap="square" lIns="0" tIns="0" rIns="0" bIns="0" rtlCol="0" anchor="ctr"/>
          <a:lstStyle/>
          <a:p>
            <a:pPr algn="l" indent="0" marL="0">
              <a:lnSpc>
                <a:spcPct val="122000"/>
              </a:lnSpc>
              <a:buNone/>
            </a:pPr>
            <a:r>
              <a:rPr lang="en-US" sz="1500" dirty="0">
                <a:solidFill>
                  <a:srgbClr val="22D3EE"/>
                </a:solidFill>
                <a:latin typeface="Courier New" pitchFamily="34" charset="0"/>
                <a:ea typeface="Courier New" pitchFamily="34" charset="-122"/>
                <a:cs typeface="Courier New" pitchFamily="34" charset="-120"/>
              </a:rPr>
              <a:t>questboard-sooty.vercel.app</a:t>
            </a:r>
            <a:endParaRPr lang="en-US" sz="1500" dirty="0"/>
          </a:p>
        </p:txBody>
      </p:sp>
      <p:sp>
        <p:nvSpPr>
          <p:cNvPr id="346" name="Text 344"/>
          <p:cNvSpPr txBox="1"/>
          <p:nvPr/>
        </p:nvSpPr>
        <p:spPr>
          <a:xfrm>
            <a:off x="6126480" y="4709160"/>
            <a:ext cx="1417320" cy="786384"/>
          </a:xfrm>
          <a:prstGeom prst="rect">
            <a:avLst/>
          </a:prstGeom>
          <a:noFill/>
          <a:ln/>
        </p:spPr>
        <p:txBody>
          <a:bodyPr wrap="square" lIns="0" tIns="0" rIns="0" bIns="0" rtlCol="0" anchor="ctr"/>
          <a:lstStyle/>
          <a:p>
            <a:pPr algn="r" indent="0" marL="0">
              <a:lnSpc>
                <a:spcPct val="122000"/>
              </a:lnSpc>
              <a:buNone/>
            </a:pPr>
            <a:r>
              <a:rPr lang="en-US" sz="1250" b="1" dirty="0">
                <a:solidFill>
                  <a:srgbClr val="A3E635"/>
                </a:solidFill>
                <a:latin typeface="Courier New" pitchFamily="34" charset="0"/>
                <a:ea typeface="Courier New" pitchFamily="34" charset="-122"/>
                <a:cs typeface="Courier New" pitchFamily="34" charset="-120"/>
              </a:rPr>
              <a:t>LIVE</a:t>
            </a:r>
            <a:endParaRPr lang="en-US" sz="1250" dirty="0"/>
          </a:p>
        </p:txBody>
      </p:sp>
      <p:sp>
        <p:nvSpPr>
          <p:cNvPr id="347" name="Text 345"/>
          <p:cNvSpPr txBox="1"/>
          <p:nvPr/>
        </p:nvSpPr>
        <p:spPr>
          <a:xfrm>
            <a:off x="640080" y="5715000"/>
            <a:ext cx="10881360" cy="411480"/>
          </a:xfrm>
          <a:prstGeom prst="rect">
            <a:avLst/>
          </a:prstGeom>
          <a:noFill/>
          <a:ln/>
        </p:spPr>
        <p:txBody>
          <a:bodyPr wrap="square" lIns="0" tIns="0" rIns="0" bIns="0" rtlCol="0" anchor="ctr"/>
          <a:lstStyle/>
          <a:p>
            <a:pPr algn="l" indent="0" marL="0">
              <a:lnSpc>
                <a:spcPct val="122000"/>
              </a:lnSpc>
              <a:buNone/>
            </a:pPr>
            <a:r>
              <a:rPr lang="en-US" sz="1350" dirty="0">
                <a:solidFill>
                  <a:srgbClr val="6B7488"/>
                </a:solidFill>
                <a:latin typeface="Calibri" pitchFamily="34" charset="0"/>
                <a:ea typeface="Calibri" pitchFamily="34" charset="-122"/>
                <a:cs typeface="Calibri" pitchFamily="34" charset="-120"/>
              </a:rPr>
              <a:t>Open it on your phone while I talk.</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Two sides that cannot find each other</a:t>
            </a:r>
            <a:endParaRPr lang="en-US" sz="3400" dirty="0"/>
          </a:p>
        </p:txBody>
      </p:sp>
      <p:sp>
        <p:nvSpPr>
          <p:cNvPr id="3" name="Shape 1"/>
          <p:cNvSpPr/>
          <p:nvPr/>
        </p:nvSpPr>
        <p:spPr>
          <a:xfrm>
            <a:off x="640080" y="2103120"/>
            <a:ext cx="5212080" cy="2788920"/>
          </a:xfrm>
          <a:prstGeom prst="roundRect">
            <a:avLst>
              <a:gd name="adj" fmla="val 1967"/>
            </a:avLst>
          </a:prstGeom>
          <a:solidFill>
            <a:srgbClr val="0F1320"/>
          </a:solidFill>
          <a:ln w="12700">
            <a:solidFill>
              <a:srgbClr val="222A3D"/>
            </a:solidFill>
            <a:prstDash val="solid"/>
          </a:ln>
        </p:spPr>
      </p:sp>
      <p:sp>
        <p:nvSpPr>
          <p:cNvPr id="4" name="Shape 2"/>
          <p:cNvSpPr/>
          <p:nvPr/>
        </p:nvSpPr>
        <p:spPr>
          <a:xfrm>
            <a:off x="1024128" y="2578608"/>
            <a:ext cx="182880" cy="182880"/>
          </a:xfrm>
          <a:prstGeom prst="ellipse">
            <a:avLst/>
          </a:prstGeom>
          <a:solidFill>
            <a:srgbClr val="A78BFA"/>
          </a:solidFill>
          <a:ln/>
        </p:spPr>
      </p:sp>
      <p:sp>
        <p:nvSpPr>
          <p:cNvPr id="5" name="Text 3"/>
          <p:cNvSpPr txBox="1"/>
          <p:nvPr/>
        </p:nvSpPr>
        <p:spPr>
          <a:xfrm>
            <a:off x="1024128" y="2971800"/>
            <a:ext cx="4443984" cy="411480"/>
          </a:xfrm>
          <a:prstGeom prst="rect">
            <a:avLst/>
          </a:prstGeom>
          <a:noFill/>
          <a:ln/>
        </p:spPr>
        <p:txBody>
          <a:bodyPr wrap="square" lIns="0" tIns="0" rIns="0" bIns="0" rtlCol="0" anchor="t"/>
          <a:lstStyle/>
          <a:p>
            <a:pPr algn="l" indent="0" marL="0">
              <a:lnSpc>
                <a:spcPct val="122000"/>
              </a:lnSpc>
              <a:buNone/>
            </a:pPr>
            <a:r>
              <a:rPr lang="en-US" sz="2100" b="1" dirty="0">
                <a:solidFill>
                  <a:srgbClr val="E9EDF7"/>
                </a:solidFill>
                <a:latin typeface="Arial" pitchFamily="34" charset="0"/>
                <a:ea typeface="Arial" pitchFamily="34" charset="-122"/>
                <a:cs typeface="Arial" pitchFamily="34" charset="-120"/>
              </a:rPr>
              <a:t>Students</a:t>
            </a:r>
            <a:endParaRPr lang="en-US" sz="2100" dirty="0"/>
          </a:p>
        </p:txBody>
      </p:sp>
      <p:sp>
        <p:nvSpPr>
          <p:cNvPr id="6" name="Text 4"/>
          <p:cNvSpPr txBox="1"/>
          <p:nvPr/>
        </p:nvSpPr>
        <p:spPr>
          <a:xfrm>
            <a:off x="1024128" y="3520440"/>
            <a:ext cx="4443984" cy="1371600"/>
          </a:xfrm>
          <a:prstGeom prst="rect">
            <a:avLst/>
          </a:prstGeom>
          <a:noFill/>
          <a:ln/>
        </p:spPr>
        <p:txBody>
          <a:bodyPr wrap="square" lIns="0" tIns="0" rIns="0" bIns="0" rtlCol="0" anchor="t"/>
          <a:lstStyle/>
          <a:p>
            <a:pPr algn="l" indent="0" marL="0">
              <a:lnSpc>
                <a:spcPct val="122000"/>
              </a:lnSpc>
              <a:buNone/>
            </a:pPr>
            <a:r>
              <a:rPr lang="en-US" sz="1450" dirty="0">
                <a:solidFill>
                  <a:srgbClr val="96A0B5"/>
                </a:solidFill>
                <a:latin typeface="Calibri" pitchFamily="34" charset="0"/>
                <a:ea typeface="Calibri" pitchFamily="34" charset="-122"/>
                <a:cs typeface="Calibri" pitchFamily="34" charset="-120"/>
              </a:rPr>
              <a:t>Thousands of skilled people with hours between classes. Paid work reaches them through WhatsApp forwards, hostel notice boards and word of mouth — or not at all.</a:t>
            </a:r>
            <a:endParaRPr lang="en-US" sz="1450" dirty="0"/>
          </a:p>
        </p:txBody>
      </p:sp>
      <p:sp>
        <p:nvSpPr>
          <p:cNvPr id="7" name="Shape 5"/>
          <p:cNvSpPr/>
          <p:nvPr/>
        </p:nvSpPr>
        <p:spPr>
          <a:xfrm>
            <a:off x="6309360" y="2103120"/>
            <a:ext cx="5212080" cy="2788920"/>
          </a:xfrm>
          <a:prstGeom prst="roundRect">
            <a:avLst>
              <a:gd name="adj" fmla="val 1967"/>
            </a:avLst>
          </a:prstGeom>
          <a:solidFill>
            <a:srgbClr val="0F1320"/>
          </a:solidFill>
          <a:ln w="12700">
            <a:solidFill>
              <a:srgbClr val="222A3D"/>
            </a:solidFill>
            <a:prstDash val="solid"/>
          </a:ln>
        </p:spPr>
      </p:sp>
      <p:sp>
        <p:nvSpPr>
          <p:cNvPr id="8" name="Shape 6"/>
          <p:cNvSpPr/>
          <p:nvPr/>
        </p:nvSpPr>
        <p:spPr>
          <a:xfrm>
            <a:off x="6693408" y="2578608"/>
            <a:ext cx="182880" cy="182880"/>
          </a:xfrm>
          <a:prstGeom prst="ellipse">
            <a:avLst/>
          </a:prstGeom>
          <a:solidFill>
            <a:srgbClr val="22D3EE"/>
          </a:solidFill>
          <a:ln/>
        </p:spPr>
      </p:sp>
      <p:sp>
        <p:nvSpPr>
          <p:cNvPr id="9" name="Text 7"/>
          <p:cNvSpPr txBox="1"/>
          <p:nvPr/>
        </p:nvSpPr>
        <p:spPr>
          <a:xfrm>
            <a:off x="6693408" y="2971800"/>
            <a:ext cx="4443984" cy="411480"/>
          </a:xfrm>
          <a:prstGeom prst="rect">
            <a:avLst/>
          </a:prstGeom>
          <a:noFill/>
          <a:ln/>
        </p:spPr>
        <p:txBody>
          <a:bodyPr wrap="square" lIns="0" tIns="0" rIns="0" bIns="0" rtlCol="0" anchor="t"/>
          <a:lstStyle/>
          <a:p>
            <a:pPr algn="l" indent="0" marL="0">
              <a:lnSpc>
                <a:spcPct val="122000"/>
              </a:lnSpc>
              <a:buNone/>
            </a:pPr>
            <a:r>
              <a:rPr lang="en-US" sz="2100" b="1" dirty="0">
                <a:solidFill>
                  <a:srgbClr val="E9EDF7"/>
                </a:solidFill>
                <a:latin typeface="Arial" pitchFamily="34" charset="0"/>
                <a:ea typeface="Arial" pitchFamily="34" charset="-122"/>
                <a:cs typeface="Arial" pitchFamily="34" charset="-120"/>
              </a:rPr>
              <a:t>Everyone around them</a:t>
            </a:r>
            <a:endParaRPr lang="en-US" sz="2100" dirty="0"/>
          </a:p>
        </p:txBody>
      </p:sp>
      <p:sp>
        <p:nvSpPr>
          <p:cNvPr id="10" name="Text 8"/>
          <p:cNvSpPr txBox="1"/>
          <p:nvPr/>
        </p:nvSpPr>
        <p:spPr>
          <a:xfrm>
            <a:off x="6693408" y="3520440"/>
            <a:ext cx="4443984" cy="1371600"/>
          </a:xfrm>
          <a:prstGeom prst="rect">
            <a:avLst/>
          </a:prstGeom>
          <a:noFill/>
          <a:ln/>
        </p:spPr>
        <p:txBody>
          <a:bodyPr wrap="square" lIns="0" tIns="0" rIns="0" bIns="0" rtlCol="0" anchor="t"/>
          <a:lstStyle/>
          <a:p>
            <a:pPr algn="l" indent="0" marL="0">
              <a:lnSpc>
                <a:spcPct val="122000"/>
              </a:lnSpc>
              <a:buNone/>
            </a:pPr>
            <a:r>
              <a:rPr lang="en-US" sz="1450" dirty="0">
                <a:solidFill>
                  <a:srgbClr val="96A0B5"/>
                </a:solidFill>
                <a:latin typeface="Calibri" pitchFamily="34" charset="0"/>
                <a:ea typeface="Calibri" pitchFamily="34" charset="-122"/>
                <a:cs typeface="Calibri" pitchFamily="34" charset="-120"/>
              </a:rPr>
              <a:t>A café that needs a website. A parent who needs a physics tutor. A lab with 1,200 forms to digitise. The talent is two kilometres away and unreachable.</a:t>
            </a:r>
            <a:endParaRPr lang="en-US" sz="1450" dirty="0"/>
          </a:p>
        </p:txBody>
      </p:sp>
      <p:sp>
        <p:nvSpPr>
          <p:cNvPr id="11" name="Text 9"/>
          <p:cNvSpPr txBox="1"/>
          <p:nvPr/>
        </p:nvSpPr>
        <p:spPr>
          <a:xfrm>
            <a:off x="640080" y="5504688"/>
            <a:ext cx="10881360" cy="457200"/>
          </a:xfrm>
          <a:prstGeom prst="rect">
            <a:avLst/>
          </a:prstGeom>
          <a:noFill/>
          <a:ln/>
        </p:spPr>
        <p:txBody>
          <a:bodyPr wrap="square" lIns="0" tIns="0" rIns="0" bIns="0" rtlCol="0" anchor="ctr"/>
          <a:lstStyle/>
          <a:p>
            <a:pPr algn="l" indent="0" marL="0">
              <a:lnSpc>
                <a:spcPct val="122000"/>
              </a:lnSpc>
              <a:buNone/>
            </a:pPr>
            <a:r>
              <a:rPr lang="en-US" sz="1800" b="1" dirty="0">
                <a:solidFill>
                  <a:srgbClr val="A3E635"/>
                </a:solidFill>
                <a:latin typeface="Arial" pitchFamily="34" charset="0"/>
                <a:ea typeface="Arial" pitchFamily="34" charset="-122"/>
                <a:cs typeface="Arial" pitchFamily="34" charset="-120"/>
              </a:rPr>
              <a:t>Both sides already exist. Neither has a front door.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One board. Three steps.</a:t>
            </a:r>
            <a:endParaRPr lang="en-US" sz="3400" dirty="0"/>
          </a:p>
        </p:txBody>
      </p:sp>
      <p:sp>
        <p:nvSpPr>
          <p:cNvPr id="3" name="Shape 1"/>
          <p:cNvSpPr/>
          <p:nvPr/>
        </p:nvSpPr>
        <p:spPr>
          <a:xfrm>
            <a:off x="640080" y="2103120"/>
            <a:ext cx="3383280" cy="2788920"/>
          </a:xfrm>
          <a:prstGeom prst="roundRect">
            <a:avLst>
              <a:gd name="adj" fmla="val 1967"/>
            </a:avLst>
          </a:prstGeom>
          <a:solidFill>
            <a:srgbClr val="0F1320"/>
          </a:solidFill>
          <a:ln w="12700">
            <a:solidFill>
              <a:srgbClr val="222A3D"/>
            </a:solidFill>
            <a:prstDash val="solid"/>
          </a:ln>
        </p:spPr>
      </p:sp>
      <p:sp>
        <p:nvSpPr>
          <p:cNvPr id="4" name="Shape 2"/>
          <p:cNvSpPr/>
          <p:nvPr/>
        </p:nvSpPr>
        <p:spPr>
          <a:xfrm>
            <a:off x="1005840" y="2487168"/>
            <a:ext cx="420624" cy="420624"/>
          </a:xfrm>
          <a:prstGeom prst="ellipse">
            <a:avLst/>
          </a:prstGeom>
          <a:solidFill>
            <a:srgbClr val="22D3EE"/>
          </a:solidFill>
          <a:ln/>
        </p:spPr>
      </p:sp>
      <p:sp>
        <p:nvSpPr>
          <p:cNvPr id="5" name="Text 3"/>
          <p:cNvSpPr txBox="1"/>
          <p:nvPr/>
        </p:nvSpPr>
        <p:spPr>
          <a:xfrm>
            <a:off x="1005840" y="2487168"/>
            <a:ext cx="420624" cy="420624"/>
          </a:xfrm>
          <a:prstGeom prst="rect">
            <a:avLst/>
          </a:prstGeom>
          <a:noFill/>
          <a:ln/>
        </p:spPr>
        <p:txBody>
          <a:bodyPr wrap="square" lIns="0" tIns="0" rIns="0" bIns="0" rtlCol="0" anchor="ctr"/>
          <a:lstStyle/>
          <a:p>
            <a:pPr algn="ctr" indent="0" marL="0">
              <a:lnSpc>
                <a:spcPct val="122000"/>
              </a:lnSpc>
              <a:buNone/>
            </a:pPr>
            <a:r>
              <a:rPr lang="en-US" sz="1500" b="1" dirty="0">
                <a:solidFill>
                  <a:srgbClr val="05060A"/>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005840" y="3154680"/>
            <a:ext cx="2651760" cy="411480"/>
          </a:xfrm>
          <a:prstGeom prst="rect">
            <a:avLst/>
          </a:prstGeom>
          <a:noFill/>
          <a:ln/>
        </p:spPr>
        <p:txBody>
          <a:bodyPr wrap="square" lIns="0" tIns="0" rIns="0" bIns="0" rtlCol="0" anchor="t"/>
          <a:lstStyle/>
          <a:p>
            <a:pPr algn="l" indent="0" marL="0">
              <a:lnSpc>
                <a:spcPct val="122000"/>
              </a:lnSpc>
              <a:buNone/>
            </a:pPr>
            <a:r>
              <a:rPr lang="en-US" sz="2100" b="1" dirty="0">
                <a:solidFill>
                  <a:srgbClr val="E9EDF7"/>
                </a:solidFill>
                <a:latin typeface="Arial" pitchFamily="34" charset="0"/>
                <a:ea typeface="Arial" pitchFamily="34" charset="-122"/>
                <a:cs typeface="Arial" pitchFamily="34" charset="-120"/>
              </a:rPr>
              <a:t>Post</a:t>
            </a:r>
            <a:endParaRPr lang="en-US" sz="2100" dirty="0"/>
          </a:p>
        </p:txBody>
      </p:sp>
      <p:sp>
        <p:nvSpPr>
          <p:cNvPr id="7" name="Text 5"/>
          <p:cNvSpPr txBox="1"/>
          <p:nvPr/>
        </p:nvSpPr>
        <p:spPr>
          <a:xfrm>
            <a:off x="1005840" y="3703320"/>
            <a:ext cx="2651760" cy="1325880"/>
          </a:xfrm>
          <a:prstGeom prst="rect">
            <a:avLst/>
          </a:prstGeom>
          <a:noFill/>
          <a:ln/>
        </p:spPr>
        <p:txBody>
          <a:bodyPr wrap="square" lIns="0" tIns="0" rIns="0" bIns="0" rtlCol="0" anchor="t"/>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Anyone describes the work, sets a reward and drops a map pin. A one-time errand or a monthly commitment — both fit.</a:t>
            </a:r>
            <a:endParaRPr lang="en-US" sz="1400" dirty="0"/>
          </a:p>
        </p:txBody>
      </p:sp>
      <p:sp>
        <p:nvSpPr>
          <p:cNvPr id="8" name="Shape 6"/>
          <p:cNvSpPr/>
          <p:nvPr/>
        </p:nvSpPr>
        <p:spPr>
          <a:xfrm>
            <a:off x="4389120" y="2103120"/>
            <a:ext cx="3383280" cy="2788920"/>
          </a:xfrm>
          <a:prstGeom prst="roundRect">
            <a:avLst>
              <a:gd name="adj" fmla="val 1967"/>
            </a:avLst>
          </a:prstGeom>
          <a:solidFill>
            <a:srgbClr val="0F1320"/>
          </a:solidFill>
          <a:ln w="12700">
            <a:solidFill>
              <a:srgbClr val="222A3D"/>
            </a:solidFill>
            <a:prstDash val="solid"/>
          </a:ln>
        </p:spPr>
      </p:sp>
      <p:sp>
        <p:nvSpPr>
          <p:cNvPr id="9" name="Shape 7"/>
          <p:cNvSpPr/>
          <p:nvPr/>
        </p:nvSpPr>
        <p:spPr>
          <a:xfrm>
            <a:off x="4754880" y="2487168"/>
            <a:ext cx="420624" cy="420624"/>
          </a:xfrm>
          <a:prstGeom prst="ellipse">
            <a:avLst/>
          </a:prstGeom>
          <a:solidFill>
            <a:srgbClr val="A78BFA"/>
          </a:solidFill>
          <a:ln/>
        </p:spPr>
      </p:sp>
      <p:sp>
        <p:nvSpPr>
          <p:cNvPr id="10" name="Text 8"/>
          <p:cNvSpPr txBox="1"/>
          <p:nvPr/>
        </p:nvSpPr>
        <p:spPr>
          <a:xfrm>
            <a:off x="4754880" y="2487168"/>
            <a:ext cx="420624" cy="420624"/>
          </a:xfrm>
          <a:prstGeom prst="rect">
            <a:avLst/>
          </a:prstGeom>
          <a:noFill/>
          <a:ln/>
        </p:spPr>
        <p:txBody>
          <a:bodyPr wrap="square" lIns="0" tIns="0" rIns="0" bIns="0" rtlCol="0" anchor="ctr"/>
          <a:lstStyle/>
          <a:p>
            <a:pPr algn="ctr" indent="0" marL="0">
              <a:lnSpc>
                <a:spcPct val="122000"/>
              </a:lnSpc>
              <a:buNone/>
            </a:pPr>
            <a:r>
              <a:rPr lang="en-US" sz="1500" b="1" dirty="0">
                <a:solidFill>
                  <a:srgbClr val="05060A"/>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4754880" y="3154680"/>
            <a:ext cx="2651760" cy="411480"/>
          </a:xfrm>
          <a:prstGeom prst="rect">
            <a:avLst/>
          </a:prstGeom>
          <a:noFill/>
          <a:ln/>
        </p:spPr>
        <p:txBody>
          <a:bodyPr wrap="square" lIns="0" tIns="0" rIns="0" bIns="0" rtlCol="0" anchor="t"/>
          <a:lstStyle/>
          <a:p>
            <a:pPr algn="l" indent="0" marL="0">
              <a:lnSpc>
                <a:spcPct val="122000"/>
              </a:lnSpc>
              <a:buNone/>
            </a:pPr>
            <a:r>
              <a:rPr lang="en-US" sz="2100" b="1" dirty="0">
                <a:solidFill>
                  <a:srgbClr val="E9EDF7"/>
                </a:solidFill>
                <a:latin typeface="Arial" pitchFamily="34" charset="0"/>
                <a:ea typeface="Arial" pitchFamily="34" charset="-122"/>
                <a:cs typeface="Arial" pitchFamily="34" charset="-120"/>
              </a:rPr>
              <a:t>Match</a:t>
            </a:r>
            <a:endParaRPr lang="en-US" sz="2100" dirty="0"/>
          </a:p>
        </p:txBody>
      </p:sp>
      <p:sp>
        <p:nvSpPr>
          <p:cNvPr id="12" name="Text 10"/>
          <p:cNvSpPr txBox="1"/>
          <p:nvPr/>
        </p:nvSpPr>
        <p:spPr>
          <a:xfrm>
            <a:off x="4754880" y="3703320"/>
            <a:ext cx="2651760" cy="1325880"/>
          </a:xfrm>
          <a:prstGeom prst="rect">
            <a:avLst/>
          </a:prstGeom>
          <a:noFill/>
          <a:ln/>
        </p:spPr>
        <p:txBody>
          <a:bodyPr wrap="square" lIns="0" tIns="0" rIns="0" bIns="0" rtlCol="0" anchor="t"/>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84 skill tags make the board searchable. Students see the gigs that fit what they can actually do.</a:t>
            </a:r>
            <a:endParaRPr lang="en-US" sz="1400" dirty="0"/>
          </a:p>
        </p:txBody>
      </p:sp>
      <p:sp>
        <p:nvSpPr>
          <p:cNvPr id="13" name="Shape 11"/>
          <p:cNvSpPr/>
          <p:nvPr/>
        </p:nvSpPr>
        <p:spPr>
          <a:xfrm>
            <a:off x="8138160" y="2103120"/>
            <a:ext cx="3383280" cy="2788920"/>
          </a:xfrm>
          <a:prstGeom prst="roundRect">
            <a:avLst>
              <a:gd name="adj" fmla="val 1967"/>
            </a:avLst>
          </a:prstGeom>
          <a:solidFill>
            <a:srgbClr val="0F1320"/>
          </a:solidFill>
          <a:ln w="12700">
            <a:solidFill>
              <a:srgbClr val="222A3D"/>
            </a:solidFill>
            <a:prstDash val="solid"/>
          </a:ln>
        </p:spPr>
      </p:sp>
      <p:sp>
        <p:nvSpPr>
          <p:cNvPr id="14" name="Shape 12"/>
          <p:cNvSpPr/>
          <p:nvPr/>
        </p:nvSpPr>
        <p:spPr>
          <a:xfrm>
            <a:off x="8503920" y="2487168"/>
            <a:ext cx="420624" cy="420624"/>
          </a:xfrm>
          <a:prstGeom prst="ellipse">
            <a:avLst/>
          </a:prstGeom>
          <a:solidFill>
            <a:srgbClr val="A3E635"/>
          </a:solidFill>
          <a:ln/>
        </p:spPr>
      </p:sp>
      <p:sp>
        <p:nvSpPr>
          <p:cNvPr id="15" name="Text 13"/>
          <p:cNvSpPr txBox="1"/>
          <p:nvPr/>
        </p:nvSpPr>
        <p:spPr>
          <a:xfrm>
            <a:off x="8503920" y="2487168"/>
            <a:ext cx="420624" cy="420624"/>
          </a:xfrm>
          <a:prstGeom prst="rect">
            <a:avLst/>
          </a:prstGeom>
          <a:noFill/>
          <a:ln/>
        </p:spPr>
        <p:txBody>
          <a:bodyPr wrap="square" lIns="0" tIns="0" rIns="0" bIns="0" rtlCol="0" anchor="ctr"/>
          <a:lstStyle/>
          <a:p>
            <a:pPr algn="ctr" indent="0" marL="0">
              <a:lnSpc>
                <a:spcPct val="122000"/>
              </a:lnSpc>
              <a:buNone/>
            </a:pPr>
            <a:r>
              <a:rPr lang="en-US" sz="1500" b="1" dirty="0">
                <a:solidFill>
                  <a:srgbClr val="05060A"/>
                </a:solidFill>
                <a:latin typeface="Arial" pitchFamily="34" charset="0"/>
                <a:ea typeface="Arial" pitchFamily="34" charset="-122"/>
                <a:cs typeface="Arial" pitchFamily="34" charset="-120"/>
              </a:rPr>
              <a:t>3</a:t>
            </a:r>
            <a:endParaRPr lang="en-US" sz="1500" dirty="0"/>
          </a:p>
        </p:txBody>
      </p:sp>
      <p:sp>
        <p:nvSpPr>
          <p:cNvPr id="16" name="Text 14"/>
          <p:cNvSpPr txBox="1"/>
          <p:nvPr/>
        </p:nvSpPr>
        <p:spPr>
          <a:xfrm>
            <a:off x="8503920" y="3154680"/>
            <a:ext cx="2651760" cy="411480"/>
          </a:xfrm>
          <a:prstGeom prst="rect">
            <a:avLst/>
          </a:prstGeom>
          <a:noFill/>
          <a:ln/>
        </p:spPr>
        <p:txBody>
          <a:bodyPr wrap="square" lIns="0" tIns="0" rIns="0" bIns="0" rtlCol="0" anchor="t"/>
          <a:lstStyle/>
          <a:p>
            <a:pPr algn="l" indent="0" marL="0">
              <a:lnSpc>
                <a:spcPct val="122000"/>
              </a:lnSpc>
              <a:buNone/>
            </a:pPr>
            <a:r>
              <a:rPr lang="en-US" sz="2100" b="1" dirty="0">
                <a:solidFill>
                  <a:srgbClr val="E9EDF7"/>
                </a:solidFill>
                <a:latin typeface="Arial" pitchFamily="34" charset="0"/>
                <a:ea typeface="Arial" pitchFamily="34" charset="-122"/>
                <a:cs typeface="Arial" pitchFamily="34" charset="-120"/>
              </a:rPr>
              <a:t>Claim</a:t>
            </a:r>
            <a:endParaRPr lang="en-US" sz="2100" dirty="0"/>
          </a:p>
        </p:txBody>
      </p:sp>
      <p:sp>
        <p:nvSpPr>
          <p:cNvPr id="17" name="Text 15"/>
          <p:cNvSpPr txBox="1"/>
          <p:nvPr/>
        </p:nvSpPr>
        <p:spPr>
          <a:xfrm>
            <a:off x="8503920" y="3703320"/>
            <a:ext cx="2651760" cy="1325880"/>
          </a:xfrm>
          <a:prstGeom prst="rect">
            <a:avLst/>
          </a:prstGeom>
          <a:noFill/>
          <a:ln/>
        </p:spPr>
        <p:txBody>
          <a:bodyPr wrap="square" lIns="0" tIns="0" rIns="0" bIns="0" rtlCol="0" anchor="t"/>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Only a verified @itbhu.ac.in account can apply. Phone numbers unlock for both sides the moment the hirer accepts.</a:t>
            </a:r>
            <a:endParaRPr lang="en-US" sz="1400" dirty="0"/>
          </a:p>
        </p:txBody>
      </p:sp>
      <p:sp>
        <p:nvSpPr>
          <p:cNvPr id="18" name="Text 16"/>
          <p:cNvSpPr txBox="1"/>
          <p:nvPr/>
        </p:nvSpPr>
        <p:spPr>
          <a:xfrm>
            <a:off x="640080" y="5504688"/>
            <a:ext cx="10881360" cy="457200"/>
          </a:xfrm>
          <a:prstGeom prst="rect">
            <a:avLst/>
          </a:prstGeom>
          <a:noFill/>
          <a:ln/>
        </p:spPr>
        <p:txBody>
          <a:bodyPr wrap="square" lIns="0" tIns="0" rIns="0" bIns="0" rtlCol="0" anchor="ctr"/>
          <a:lstStyle/>
          <a:p>
            <a:pPr algn="l" indent="0" marL="0">
              <a:lnSpc>
                <a:spcPct val="122000"/>
              </a:lnSpc>
              <a:buNone/>
            </a:pPr>
            <a:r>
              <a:rPr lang="en-US" sz="1500" dirty="0">
                <a:solidFill>
                  <a:srgbClr val="6B7488"/>
                </a:solidFill>
                <a:latin typeface="Calibri" pitchFamily="34" charset="0"/>
                <a:ea typeface="Calibri" pitchFamily="34" charset="-122"/>
                <a:cs typeface="Calibri" pitchFamily="34" charset="-120"/>
              </a:rPr>
              <a:t>Students can post too — only claiming is restricted.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Exclusivity you cannot fake</a:t>
            </a:r>
            <a:endParaRPr lang="en-US" sz="3400" dirty="0"/>
          </a:p>
        </p:txBody>
      </p:sp>
      <p:sp>
        <p:nvSpPr>
          <p:cNvPr id="3" name="Text 1"/>
          <p:cNvSpPr txBox="1"/>
          <p:nvPr/>
        </p:nvSpPr>
        <p:spPr>
          <a:xfrm>
            <a:off x="640080" y="1225296"/>
            <a:ext cx="10881360" cy="384048"/>
          </a:xfrm>
          <a:prstGeom prst="rect">
            <a:avLst/>
          </a:prstGeom>
          <a:noFill/>
          <a:ln/>
        </p:spPr>
        <p:txBody>
          <a:bodyPr wrap="square" lIns="0" tIns="0" rIns="0" bIns="0" rtlCol="0" anchor="ctr"/>
          <a:lstStyle/>
          <a:p>
            <a:pPr algn="l" indent="0" marL="0">
              <a:lnSpc>
                <a:spcPct val="122000"/>
              </a:lnSpc>
              <a:buNone/>
            </a:pPr>
            <a:r>
              <a:rPr lang="en-US" sz="1500" dirty="0">
                <a:solidFill>
                  <a:srgbClr val="96A0B5"/>
                </a:solidFill>
                <a:latin typeface="Calibri" pitchFamily="34" charset="0"/>
                <a:ea typeface="Calibri" pitchFamily="34" charset="-122"/>
                <a:cs typeface="Calibri" pitchFamily="34" charset="-120"/>
              </a:rPr>
              <a:t>Most prototypes gate access by hiding a button. Anyone with curl walks straight past that.</a:t>
            </a:r>
            <a:endParaRPr lang="en-US" sz="1500" dirty="0"/>
          </a:p>
        </p:txBody>
      </p:sp>
      <p:sp>
        <p:nvSpPr>
          <p:cNvPr id="4" name="Shape 2"/>
          <p:cNvSpPr/>
          <p:nvPr/>
        </p:nvSpPr>
        <p:spPr>
          <a:xfrm>
            <a:off x="640080" y="2103120"/>
            <a:ext cx="10881360" cy="950976"/>
          </a:xfrm>
          <a:prstGeom prst="roundRect">
            <a:avLst>
              <a:gd name="adj" fmla="val 5769"/>
            </a:avLst>
          </a:prstGeom>
          <a:solidFill>
            <a:srgbClr val="0F1320"/>
          </a:solidFill>
          <a:ln w="12700">
            <a:solidFill>
              <a:srgbClr val="222A3D"/>
            </a:solidFill>
            <a:prstDash val="solid"/>
          </a:ln>
        </p:spPr>
      </p:sp>
      <p:sp>
        <p:nvSpPr>
          <p:cNvPr id="5" name="Shape 3"/>
          <p:cNvSpPr/>
          <p:nvPr/>
        </p:nvSpPr>
        <p:spPr>
          <a:xfrm>
            <a:off x="969264" y="2368296"/>
            <a:ext cx="420624" cy="420624"/>
          </a:xfrm>
          <a:prstGeom prst="ellipse">
            <a:avLst/>
          </a:prstGeom>
          <a:solidFill>
            <a:srgbClr val="22D3EE"/>
          </a:solidFill>
          <a:ln/>
        </p:spPr>
      </p:sp>
      <p:sp>
        <p:nvSpPr>
          <p:cNvPr id="6" name="Text 4"/>
          <p:cNvSpPr txBox="1"/>
          <p:nvPr/>
        </p:nvSpPr>
        <p:spPr>
          <a:xfrm>
            <a:off x="969264" y="2368296"/>
            <a:ext cx="420624" cy="420624"/>
          </a:xfrm>
          <a:prstGeom prst="rect">
            <a:avLst/>
          </a:prstGeom>
          <a:noFill/>
          <a:ln/>
        </p:spPr>
        <p:txBody>
          <a:bodyPr wrap="square" lIns="0" tIns="0" rIns="0" bIns="0" rtlCol="0" anchor="ctr"/>
          <a:lstStyle/>
          <a:p>
            <a:pPr algn="ctr" indent="0" marL="0">
              <a:lnSpc>
                <a:spcPct val="122000"/>
              </a:lnSpc>
              <a:buNone/>
            </a:pPr>
            <a:r>
              <a:rPr lang="en-US" sz="1500" b="1" dirty="0">
                <a:solidFill>
                  <a:srgbClr val="05060A"/>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609344" y="2103120"/>
            <a:ext cx="2834640" cy="950976"/>
          </a:xfrm>
          <a:prstGeom prst="rect">
            <a:avLst/>
          </a:prstGeom>
          <a:noFill/>
          <a:ln/>
        </p:spPr>
        <p:txBody>
          <a:bodyPr wrap="square" lIns="0" tIns="0" rIns="0" bIns="0" rtlCol="0" anchor="ctr"/>
          <a:lstStyle/>
          <a:p>
            <a:pPr algn="l" indent="0" marL="0">
              <a:lnSpc>
                <a:spcPct val="122000"/>
              </a:lnSpc>
              <a:buNone/>
            </a:pPr>
            <a:r>
              <a:rPr lang="en-US" sz="1700" b="1" dirty="0">
                <a:solidFill>
                  <a:srgbClr val="E9EDF7"/>
                </a:solidFill>
                <a:latin typeface="Arial" pitchFamily="34" charset="0"/>
                <a:ea typeface="Arial" pitchFamily="34" charset="-122"/>
                <a:cs typeface="Arial" pitchFamily="34" charset="-120"/>
              </a:rPr>
              <a:t>Postgres trigger</a:t>
            </a:r>
            <a:endParaRPr lang="en-US" sz="1700" dirty="0"/>
          </a:p>
        </p:txBody>
      </p:sp>
      <p:sp>
        <p:nvSpPr>
          <p:cNvPr id="8" name="Text 6"/>
          <p:cNvSpPr txBox="1"/>
          <p:nvPr/>
        </p:nvSpPr>
        <p:spPr>
          <a:xfrm>
            <a:off x="4617720" y="2103120"/>
            <a:ext cx="6583680" cy="950976"/>
          </a:xfrm>
          <a:prstGeom prst="rect">
            <a:avLst/>
          </a:prstGeom>
          <a:noFill/>
          <a:ln/>
        </p:spPr>
        <p:txBody>
          <a:bodyPr wrap="square" lIns="0" tIns="0" rIns="0" bIns="0" rtlCol="0" anchor="ctr"/>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Refuses to save role = student unless the Google-verified address is @itbhu.ac.in.</a:t>
            </a:r>
            <a:endParaRPr lang="en-US" sz="1400" dirty="0"/>
          </a:p>
        </p:txBody>
      </p:sp>
      <p:sp>
        <p:nvSpPr>
          <p:cNvPr id="9" name="Shape 7"/>
          <p:cNvSpPr/>
          <p:nvPr/>
        </p:nvSpPr>
        <p:spPr>
          <a:xfrm>
            <a:off x="640080" y="3182112"/>
            <a:ext cx="10881360" cy="950976"/>
          </a:xfrm>
          <a:prstGeom prst="roundRect">
            <a:avLst>
              <a:gd name="adj" fmla="val 5769"/>
            </a:avLst>
          </a:prstGeom>
          <a:solidFill>
            <a:srgbClr val="0F1320"/>
          </a:solidFill>
          <a:ln w="12700">
            <a:solidFill>
              <a:srgbClr val="222A3D"/>
            </a:solidFill>
            <a:prstDash val="solid"/>
          </a:ln>
        </p:spPr>
      </p:sp>
      <p:sp>
        <p:nvSpPr>
          <p:cNvPr id="10" name="Shape 8"/>
          <p:cNvSpPr/>
          <p:nvPr/>
        </p:nvSpPr>
        <p:spPr>
          <a:xfrm>
            <a:off x="969264" y="3447288"/>
            <a:ext cx="420624" cy="420624"/>
          </a:xfrm>
          <a:prstGeom prst="ellipse">
            <a:avLst/>
          </a:prstGeom>
          <a:solidFill>
            <a:srgbClr val="A78BFA"/>
          </a:solidFill>
          <a:ln/>
        </p:spPr>
      </p:sp>
      <p:sp>
        <p:nvSpPr>
          <p:cNvPr id="11" name="Text 9"/>
          <p:cNvSpPr txBox="1"/>
          <p:nvPr/>
        </p:nvSpPr>
        <p:spPr>
          <a:xfrm>
            <a:off x="969264" y="3447288"/>
            <a:ext cx="420624" cy="420624"/>
          </a:xfrm>
          <a:prstGeom prst="rect">
            <a:avLst/>
          </a:prstGeom>
          <a:noFill/>
          <a:ln/>
        </p:spPr>
        <p:txBody>
          <a:bodyPr wrap="square" lIns="0" tIns="0" rIns="0" bIns="0" rtlCol="0" anchor="ctr"/>
          <a:lstStyle/>
          <a:p>
            <a:pPr algn="ctr" indent="0" marL="0">
              <a:lnSpc>
                <a:spcPct val="122000"/>
              </a:lnSpc>
              <a:buNone/>
            </a:pPr>
            <a:r>
              <a:rPr lang="en-US" sz="1500" b="1" dirty="0">
                <a:solidFill>
                  <a:srgbClr val="05060A"/>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1609344" y="3182112"/>
            <a:ext cx="2834640" cy="950976"/>
          </a:xfrm>
          <a:prstGeom prst="rect">
            <a:avLst/>
          </a:prstGeom>
          <a:noFill/>
          <a:ln/>
        </p:spPr>
        <p:txBody>
          <a:bodyPr wrap="square" lIns="0" tIns="0" rIns="0" bIns="0" rtlCol="0" anchor="ctr"/>
          <a:lstStyle/>
          <a:p>
            <a:pPr algn="l" indent="0" marL="0">
              <a:lnSpc>
                <a:spcPct val="122000"/>
              </a:lnSpc>
              <a:buNone/>
            </a:pPr>
            <a:r>
              <a:rPr lang="en-US" sz="1700" b="1" dirty="0">
                <a:solidFill>
                  <a:srgbClr val="E9EDF7"/>
                </a:solidFill>
                <a:latin typeface="Arial" pitchFamily="34" charset="0"/>
                <a:ea typeface="Arial" pitchFamily="34" charset="-122"/>
                <a:cs typeface="Arial" pitchFamily="34" charset="-120"/>
              </a:rPr>
              <a:t>Row-level security</a:t>
            </a:r>
            <a:endParaRPr lang="en-US" sz="1700" dirty="0"/>
          </a:p>
        </p:txBody>
      </p:sp>
      <p:sp>
        <p:nvSpPr>
          <p:cNvPr id="13" name="Text 11"/>
          <p:cNvSpPr txBox="1"/>
          <p:nvPr/>
        </p:nvSpPr>
        <p:spPr>
          <a:xfrm>
            <a:off x="4617720" y="3182112"/>
            <a:ext cx="6583680" cy="950976"/>
          </a:xfrm>
          <a:prstGeom prst="rect">
            <a:avLst/>
          </a:prstGeom>
          <a:noFill/>
          <a:ln/>
        </p:spPr>
        <p:txBody>
          <a:bodyPr wrap="square" lIns="0" tIns="0" rIns="0" bIns="0" rtlCol="0" anchor="ctr"/>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Applying to a gig requires a student profile. Enforced on INSERT, inside the database.</a:t>
            </a:r>
            <a:endParaRPr lang="en-US" sz="1400" dirty="0"/>
          </a:p>
        </p:txBody>
      </p:sp>
      <p:sp>
        <p:nvSpPr>
          <p:cNvPr id="14" name="Shape 12"/>
          <p:cNvSpPr/>
          <p:nvPr/>
        </p:nvSpPr>
        <p:spPr>
          <a:xfrm>
            <a:off x="640080" y="4261104"/>
            <a:ext cx="10881360" cy="950976"/>
          </a:xfrm>
          <a:prstGeom prst="roundRect">
            <a:avLst>
              <a:gd name="adj" fmla="val 5769"/>
            </a:avLst>
          </a:prstGeom>
          <a:solidFill>
            <a:srgbClr val="0F1320"/>
          </a:solidFill>
          <a:ln w="12700">
            <a:solidFill>
              <a:srgbClr val="222A3D"/>
            </a:solidFill>
            <a:prstDash val="solid"/>
          </a:ln>
        </p:spPr>
      </p:sp>
      <p:sp>
        <p:nvSpPr>
          <p:cNvPr id="15" name="Shape 13"/>
          <p:cNvSpPr/>
          <p:nvPr/>
        </p:nvSpPr>
        <p:spPr>
          <a:xfrm>
            <a:off x="969264" y="4526280"/>
            <a:ext cx="420624" cy="420624"/>
          </a:xfrm>
          <a:prstGeom prst="ellipse">
            <a:avLst/>
          </a:prstGeom>
          <a:solidFill>
            <a:srgbClr val="A3E635"/>
          </a:solidFill>
          <a:ln/>
        </p:spPr>
      </p:sp>
      <p:sp>
        <p:nvSpPr>
          <p:cNvPr id="16" name="Text 14"/>
          <p:cNvSpPr txBox="1"/>
          <p:nvPr/>
        </p:nvSpPr>
        <p:spPr>
          <a:xfrm>
            <a:off x="969264" y="4526280"/>
            <a:ext cx="420624" cy="420624"/>
          </a:xfrm>
          <a:prstGeom prst="rect">
            <a:avLst/>
          </a:prstGeom>
          <a:noFill/>
          <a:ln/>
        </p:spPr>
        <p:txBody>
          <a:bodyPr wrap="square" lIns="0" tIns="0" rIns="0" bIns="0" rtlCol="0" anchor="ctr"/>
          <a:lstStyle/>
          <a:p>
            <a:pPr algn="ctr" indent="0" marL="0">
              <a:lnSpc>
                <a:spcPct val="122000"/>
              </a:lnSpc>
              <a:buNone/>
            </a:pPr>
            <a:r>
              <a:rPr lang="en-US" sz="1500" b="1" dirty="0">
                <a:solidFill>
                  <a:srgbClr val="05060A"/>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609344" y="4261104"/>
            <a:ext cx="2834640" cy="950976"/>
          </a:xfrm>
          <a:prstGeom prst="rect">
            <a:avLst/>
          </a:prstGeom>
          <a:noFill/>
          <a:ln/>
        </p:spPr>
        <p:txBody>
          <a:bodyPr wrap="square" lIns="0" tIns="0" rIns="0" bIns="0" rtlCol="0" anchor="ctr"/>
          <a:lstStyle/>
          <a:p>
            <a:pPr algn="l" indent="0" marL="0">
              <a:lnSpc>
                <a:spcPct val="122000"/>
              </a:lnSpc>
              <a:buNone/>
            </a:pPr>
            <a:r>
              <a:rPr lang="en-US" sz="1700" b="1" dirty="0">
                <a:solidFill>
                  <a:srgbClr val="E9EDF7"/>
                </a:solidFill>
                <a:latin typeface="Arial" pitchFamily="34" charset="0"/>
                <a:ea typeface="Arial" pitchFamily="34" charset="-122"/>
                <a:cs typeface="Arial" pitchFamily="34" charset="-120"/>
              </a:rPr>
              <a:t>Server guard</a:t>
            </a:r>
            <a:endParaRPr lang="en-US" sz="1700" dirty="0"/>
          </a:p>
        </p:txBody>
      </p:sp>
      <p:sp>
        <p:nvSpPr>
          <p:cNvPr id="18" name="Text 16"/>
          <p:cNvSpPr txBox="1"/>
          <p:nvPr/>
        </p:nvSpPr>
        <p:spPr>
          <a:xfrm>
            <a:off x="4617720" y="4261104"/>
            <a:ext cx="6583680" cy="950976"/>
          </a:xfrm>
          <a:prstGeom prst="rect">
            <a:avLst/>
          </a:prstGeom>
          <a:noFill/>
          <a:ln/>
        </p:spPr>
        <p:txBody>
          <a:bodyPr wrap="square" lIns="0" tIns="0" rIns="0" bIns="0" rtlCol="0" anchor="ctr"/>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The only layer a user ever sees. It exists for the error message, not for the security.</a:t>
            </a:r>
            <a:endParaRPr lang="en-US" sz="1400" dirty="0"/>
          </a:p>
        </p:txBody>
      </p:sp>
      <p:sp>
        <p:nvSpPr>
          <p:cNvPr id="19" name="Text 17"/>
          <p:cNvSpPr txBox="1"/>
          <p:nvPr/>
        </p:nvSpPr>
        <p:spPr>
          <a:xfrm>
            <a:off x="640080" y="5504688"/>
            <a:ext cx="10881360" cy="457200"/>
          </a:xfrm>
          <a:prstGeom prst="rect">
            <a:avLst/>
          </a:prstGeom>
          <a:noFill/>
          <a:ln/>
        </p:spPr>
        <p:txBody>
          <a:bodyPr wrap="square" lIns="0" tIns="0" rIns="0" bIns="0" rtlCol="0" anchor="ctr"/>
          <a:lstStyle/>
          <a:p>
            <a:pPr algn="l" indent="0" marL="0">
              <a:lnSpc>
                <a:spcPct val="122000"/>
              </a:lnSpc>
              <a:buNone/>
            </a:pPr>
            <a:r>
              <a:rPr lang="en-US" sz="1700" b="1" dirty="0">
                <a:solidFill>
                  <a:srgbClr val="A3E635"/>
                </a:solidFill>
                <a:latin typeface="Arial" pitchFamily="34" charset="0"/>
                <a:ea typeface="Arial" pitchFamily="34" charset="-122"/>
                <a:cs typeface="Arial" pitchFamily="34" charset="-120"/>
              </a:rPr>
              <a:t>The interface is copyable in a weekend. The trust layer is the product.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This is not a mockup</a:t>
            </a:r>
            <a:endParaRPr lang="en-US" sz="3400" dirty="0"/>
          </a:p>
        </p:txBody>
      </p:sp>
      <p:sp>
        <p:nvSpPr>
          <p:cNvPr id="3" name="Shape 1"/>
          <p:cNvSpPr/>
          <p:nvPr/>
        </p:nvSpPr>
        <p:spPr>
          <a:xfrm>
            <a:off x="640080" y="2103120"/>
            <a:ext cx="2514600" cy="1783080"/>
          </a:xfrm>
          <a:prstGeom prst="roundRect">
            <a:avLst>
              <a:gd name="adj" fmla="val 3077"/>
            </a:avLst>
          </a:prstGeom>
          <a:solidFill>
            <a:srgbClr val="0F1320"/>
          </a:solidFill>
          <a:ln w="12700">
            <a:solidFill>
              <a:srgbClr val="222A3D"/>
            </a:solidFill>
            <a:prstDash val="solid"/>
          </a:ln>
        </p:spPr>
      </p:sp>
      <p:sp>
        <p:nvSpPr>
          <p:cNvPr id="4" name="Text 2"/>
          <p:cNvSpPr txBox="1"/>
          <p:nvPr/>
        </p:nvSpPr>
        <p:spPr>
          <a:xfrm>
            <a:off x="640080" y="2286000"/>
            <a:ext cx="2514600" cy="914400"/>
          </a:xfrm>
          <a:prstGeom prst="rect">
            <a:avLst/>
          </a:prstGeom>
          <a:noFill/>
          <a:ln/>
        </p:spPr>
        <p:txBody>
          <a:bodyPr wrap="square" lIns="0" tIns="0" rIns="0" bIns="0" rtlCol="0" anchor="ctr"/>
          <a:lstStyle/>
          <a:p>
            <a:pPr algn="ctr" indent="0" marL="0">
              <a:lnSpc>
                <a:spcPct val="122000"/>
              </a:lnSpc>
              <a:buNone/>
            </a:pPr>
            <a:r>
              <a:rPr lang="en-US" sz="5200" b="1" dirty="0">
                <a:solidFill>
                  <a:srgbClr val="22D3EE"/>
                </a:solidFill>
                <a:latin typeface="Arial" pitchFamily="34" charset="0"/>
                <a:ea typeface="Arial" pitchFamily="34" charset="-122"/>
                <a:cs typeface="Arial" pitchFamily="34" charset="-120"/>
              </a:rPr>
              <a:t>14</a:t>
            </a:r>
            <a:endParaRPr lang="en-US" sz="5200" dirty="0"/>
          </a:p>
        </p:txBody>
      </p:sp>
      <p:sp>
        <p:nvSpPr>
          <p:cNvPr id="5" name="Text 3"/>
          <p:cNvSpPr txBox="1"/>
          <p:nvPr/>
        </p:nvSpPr>
        <p:spPr>
          <a:xfrm>
            <a:off x="640080" y="3236976"/>
            <a:ext cx="2514600" cy="457200"/>
          </a:xfrm>
          <a:prstGeom prst="rect">
            <a:avLst/>
          </a:prstGeom>
          <a:noFill/>
          <a:ln/>
        </p:spPr>
        <p:txBody>
          <a:bodyPr wrap="square" lIns="0" tIns="0" rIns="0" bIns="0" rtlCol="0" anchor="ctr"/>
          <a:lstStyle/>
          <a:p>
            <a:pPr algn="ctr" indent="0" marL="0">
              <a:lnSpc>
                <a:spcPct val="122000"/>
              </a:lnSpc>
              <a:buNone/>
            </a:pPr>
            <a:r>
              <a:rPr lang="en-US" sz="1350" dirty="0">
                <a:solidFill>
                  <a:srgbClr val="96A0B5"/>
                </a:solidFill>
                <a:latin typeface="Calibri" pitchFamily="34" charset="0"/>
                <a:ea typeface="Calibri" pitchFamily="34" charset="-122"/>
                <a:cs typeface="Calibri" pitchFamily="34" charset="-120"/>
              </a:rPr>
              <a:t>routes deployed</a:t>
            </a:r>
            <a:endParaRPr lang="en-US" sz="1350" dirty="0"/>
          </a:p>
        </p:txBody>
      </p:sp>
      <p:sp>
        <p:nvSpPr>
          <p:cNvPr id="6" name="Shape 4"/>
          <p:cNvSpPr/>
          <p:nvPr/>
        </p:nvSpPr>
        <p:spPr>
          <a:xfrm>
            <a:off x="3429000" y="2103120"/>
            <a:ext cx="2514600" cy="1783080"/>
          </a:xfrm>
          <a:prstGeom prst="roundRect">
            <a:avLst>
              <a:gd name="adj" fmla="val 3077"/>
            </a:avLst>
          </a:prstGeom>
          <a:solidFill>
            <a:srgbClr val="0F1320"/>
          </a:solidFill>
          <a:ln w="12700">
            <a:solidFill>
              <a:srgbClr val="222A3D"/>
            </a:solidFill>
            <a:prstDash val="solid"/>
          </a:ln>
        </p:spPr>
      </p:sp>
      <p:sp>
        <p:nvSpPr>
          <p:cNvPr id="7" name="Text 5"/>
          <p:cNvSpPr txBox="1"/>
          <p:nvPr/>
        </p:nvSpPr>
        <p:spPr>
          <a:xfrm>
            <a:off x="3429000" y="2286000"/>
            <a:ext cx="2514600" cy="914400"/>
          </a:xfrm>
          <a:prstGeom prst="rect">
            <a:avLst/>
          </a:prstGeom>
          <a:noFill/>
          <a:ln/>
        </p:spPr>
        <p:txBody>
          <a:bodyPr wrap="square" lIns="0" tIns="0" rIns="0" bIns="0" rtlCol="0" anchor="ctr"/>
          <a:lstStyle/>
          <a:p>
            <a:pPr algn="ctr" indent="0" marL="0">
              <a:lnSpc>
                <a:spcPct val="122000"/>
              </a:lnSpc>
              <a:buNone/>
            </a:pPr>
            <a:r>
              <a:rPr lang="en-US" sz="5200" b="1" dirty="0">
                <a:solidFill>
                  <a:srgbClr val="A78BFA"/>
                </a:solidFill>
                <a:latin typeface="Arial" pitchFamily="34" charset="0"/>
                <a:ea typeface="Arial" pitchFamily="34" charset="-122"/>
                <a:cs typeface="Arial" pitchFamily="34" charset="-120"/>
              </a:rPr>
              <a:t>84</a:t>
            </a:r>
            <a:endParaRPr lang="en-US" sz="5200" dirty="0"/>
          </a:p>
        </p:txBody>
      </p:sp>
      <p:sp>
        <p:nvSpPr>
          <p:cNvPr id="8" name="Text 6"/>
          <p:cNvSpPr txBox="1"/>
          <p:nvPr/>
        </p:nvSpPr>
        <p:spPr>
          <a:xfrm>
            <a:off x="3429000" y="3236976"/>
            <a:ext cx="2514600" cy="457200"/>
          </a:xfrm>
          <a:prstGeom prst="rect">
            <a:avLst/>
          </a:prstGeom>
          <a:noFill/>
          <a:ln/>
        </p:spPr>
        <p:txBody>
          <a:bodyPr wrap="square" lIns="0" tIns="0" rIns="0" bIns="0" rtlCol="0" anchor="ctr"/>
          <a:lstStyle/>
          <a:p>
            <a:pPr algn="ctr" indent="0" marL="0">
              <a:lnSpc>
                <a:spcPct val="122000"/>
              </a:lnSpc>
              <a:buNone/>
            </a:pPr>
            <a:r>
              <a:rPr lang="en-US" sz="1350" dirty="0">
                <a:solidFill>
                  <a:srgbClr val="96A0B5"/>
                </a:solidFill>
                <a:latin typeface="Calibri" pitchFamily="34" charset="0"/>
                <a:ea typeface="Calibri" pitchFamily="34" charset="-122"/>
                <a:cs typeface="Calibri" pitchFamily="34" charset="-120"/>
              </a:rPr>
              <a:t>skill tags</a:t>
            </a:r>
            <a:endParaRPr lang="en-US" sz="1350" dirty="0"/>
          </a:p>
        </p:txBody>
      </p:sp>
      <p:sp>
        <p:nvSpPr>
          <p:cNvPr id="9" name="Shape 7"/>
          <p:cNvSpPr/>
          <p:nvPr/>
        </p:nvSpPr>
        <p:spPr>
          <a:xfrm>
            <a:off x="6217920" y="2103120"/>
            <a:ext cx="2514600" cy="1783080"/>
          </a:xfrm>
          <a:prstGeom prst="roundRect">
            <a:avLst>
              <a:gd name="adj" fmla="val 3077"/>
            </a:avLst>
          </a:prstGeom>
          <a:solidFill>
            <a:srgbClr val="0F1320"/>
          </a:solidFill>
          <a:ln w="12700">
            <a:solidFill>
              <a:srgbClr val="222A3D"/>
            </a:solidFill>
            <a:prstDash val="solid"/>
          </a:ln>
        </p:spPr>
      </p:sp>
      <p:sp>
        <p:nvSpPr>
          <p:cNvPr id="10" name="Text 8"/>
          <p:cNvSpPr txBox="1"/>
          <p:nvPr/>
        </p:nvSpPr>
        <p:spPr>
          <a:xfrm>
            <a:off x="6217920" y="2286000"/>
            <a:ext cx="2514600" cy="914400"/>
          </a:xfrm>
          <a:prstGeom prst="rect">
            <a:avLst/>
          </a:prstGeom>
          <a:noFill/>
          <a:ln/>
        </p:spPr>
        <p:txBody>
          <a:bodyPr wrap="square" lIns="0" tIns="0" rIns="0" bIns="0" rtlCol="0" anchor="ctr"/>
          <a:lstStyle/>
          <a:p>
            <a:pPr algn="ctr" indent="0" marL="0">
              <a:lnSpc>
                <a:spcPct val="122000"/>
              </a:lnSpc>
              <a:buNone/>
            </a:pPr>
            <a:r>
              <a:rPr lang="en-US" sz="5200" b="1" dirty="0">
                <a:solidFill>
                  <a:srgbClr val="A3E635"/>
                </a:solidFill>
                <a:latin typeface="Arial" pitchFamily="34" charset="0"/>
                <a:ea typeface="Arial" pitchFamily="34" charset="-122"/>
                <a:cs typeface="Arial" pitchFamily="34" charset="-120"/>
              </a:rPr>
              <a:t>5</a:t>
            </a:r>
            <a:endParaRPr lang="en-US" sz="5200" dirty="0"/>
          </a:p>
        </p:txBody>
      </p:sp>
      <p:sp>
        <p:nvSpPr>
          <p:cNvPr id="11" name="Text 9"/>
          <p:cNvSpPr txBox="1"/>
          <p:nvPr/>
        </p:nvSpPr>
        <p:spPr>
          <a:xfrm>
            <a:off x="6217920" y="3236976"/>
            <a:ext cx="2514600" cy="457200"/>
          </a:xfrm>
          <a:prstGeom prst="rect">
            <a:avLst/>
          </a:prstGeom>
          <a:noFill/>
          <a:ln/>
        </p:spPr>
        <p:txBody>
          <a:bodyPr wrap="square" lIns="0" tIns="0" rIns="0" bIns="0" rtlCol="0" anchor="ctr"/>
          <a:lstStyle/>
          <a:p>
            <a:pPr algn="ctr" indent="0" marL="0">
              <a:lnSpc>
                <a:spcPct val="122000"/>
              </a:lnSpc>
              <a:buNone/>
            </a:pPr>
            <a:r>
              <a:rPr lang="en-US" sz="1350" dirty="0">
                <a:solidFill>
                  <a:srgbClr val="96A0B5"/>
                </a:solidFill>
                <a:latin typeface="Calibri" pitchFamily="34" charset="0"/>
                <a:ea typeface="Calibri" pitchFamily="34" charset="-122"/>
                <a:cs typeface="Calibri" pitchFamily="34" charset="-120"/>
              </a:rPr>
              <a:t>job formats</a:t>
            </a:r>
            <a:endParaRPr lang="en-US" sz="1350" dirty="0"/>
          </a:p>
        </p:txBody>
      </p:sp>
      <p:sp>
        <p:nvSpPr>
          <p:cNvPr id="12" name="Shape 10"/>
          <p:cNvSpPr/>
          <p:nvPr/>
        </p:nvSpPr>
        <p:spPr>
          <a:xfrm>
            <a:off x="9006840" y="2103120"/>
            <a:ext cx="2514600" cy="1783080"/>
          </a:xfrm>
          <a:prstGeom prst="roundRect">
            <a:avLst>
              <a:gd name="adj" fmla="val 3077"/>
            </a:avLst>
          </a:prstGeom>
          <a:solidFill>
            <a:srgbClr val="0F1320"/>
          </a:solidFill>
          <a:ln w="12700">
            <a:solidFill>
              <a:srgbClr val="222A3D"/>
            </a:solidFill>
            <a:prstDash val="solid"/>
          </a:ln>
        </p:spPr>
      </p:sp>
      <p:sp>
        <p:nvSpPr>
          <p:cNvPr id="13" name="Text 11"/>
          <p:cNvSpPr txBox="1"/>
          <p:nvPr/>
        </p:nvSpPr>
        <p:spPr>
          <a:xfrm>
            <a:off x="9006840" y="2286000"/>
            <a:ext cx="2514600" cy="914400"/>
          </a:xfrm>
          <a:prstGeom prst="rect">
            <a:avLst/>
          </a:prstGeom>
          <a:noFill/>
          <a:ln/>
        </p:spPr>
        <p:txBody>
          <a:bodyPr wrap="square" lIns="0" tIns="0" rIns="0" bIns="0" rtlCol="0" anchor="ctr"/>
          <a:lstStyle/>
          <a:p>
            <a:pPr algn="ctr" indent="0" marL="0">
              <a:lnSpc>
                <a:spcPct val="122000"/>
              </a:lnSpc>
              <a:buNone/>
            </a:pPr>
            <a:r>
              <a:rPr lang="en-US" sz="5200" b="1" dirty="0">
                <a:solidFill>
                  <a:srgbClr val="22D3EE"/>
                </a:solidFill>
                <a:latin typeface="Arial" pitchFamily="34" charset="0"/>
                <a:ea typeface="Arial" pitchFamily="34" charset="-122"/>
                <a:cs typeface="Arial" pitchFamily="34" charset="-120"/>
              </a:rPr>
              <a:t>1</a:t>
            </a:r>
            <a:endParaRPr lang="en-US" sz="5200" dirty="0"/>
          </a:p>
        </p:txBody>
      </p:sp>
      <p:sp>
        <p:nvSpPr>
          <p:cNvPr id="14" name="Text 12"/>
          <p:cNvSpPr txBox="1"/>
          <p:nvPr/>
        </p:nvSpPr>
        <p:spPr>
          <a:xfrm>
            <a:off x="9006840" y="3236976"/>
            <a:ext cx="2514600" cy="457200"/>
          </a:xfrm>
          <a:prstGeom prst="rect">
            <a:avLst/>
          </a:prstGeom>
          <a:noFill/>
          <a:ln/>
        </p:spPr>
        <p:txBody>
          <a:bodyPr wrap="square" lIns="0" tIns="0" rIns="0" bIns="0" rtlCol="0" anchor="ctr"/>
          <a:lstStyle/>
          <a:p>
            <a:pPr algn="ctr" indent="0" marL="0">
              <a:lnSpc>
                <a:spcPct val="122000"/>
              </a:lnSpc>
              <a:buNone/>
            </a:pPr>
            <a:r>
              <a:rPr lang="en-US" sz="1350" dirty="0">
                <a:solidFill>
                  <a:srgbClr val="96A0B5"/>
                </a:solidFill>
                <a:latin typeface="Calibri" pitchFamily="34" charset="0"/>
                <a:ea typeface="Calibri" pitchFamily="34" charset="-122"/>
                <a:cs typeface="Calibri" pitchFamily="34" charset="-120"/>
              </a:rPr>
              <a:t>weekend to build</a:t>
            </a:r>
            <a:endParaRPr lang="en-US" sz="1350" dirty="0"/>
          </a:p>
        </p:txBody>
      </p:sp>
      <p:sp>
        <p:nvSpPr>
          <p:cNvPr id="15" name="Shape 13"/>
          <p:cNvSpPr/>
          <p:nvPr/>
        </p:nvSpPr>
        <p:spPr>
          <a:xfrm>
            <a:off x="640080" y="4206240"/>
            <a:ext cx="10881360" cy="1517904"/>
          </a:xfrm>
          <a:prstGeom prst="roundRect">
            <a:avLst>
              <a:gd name="adj" fmla="val 3614"/>
            </a:avLst>
          </a:prstGeom>
          <a:solidFill>
            <a:srgbClr val="0F1320"/>
          </a:solidFill>
          <a:ln w="12700">
            <a:solidFill>
              <a:srgbClr val="222A3D"/>
            </a:solidFill>
            <a:prstDash val="solid"/>
          </a:ln>
        </p:spPr>
      </p:sp>
      <p:sp>
        <p:nvSpPr>
          <p:cNvPr id="16" name="Text 14"/>
          <p:cNvSpPr txBox="1"/>
          <p:nvPr/>
        </p:nvSpPr>
        <p:spPr>
          <a:xfrm>
            <a:off x="1051560" y="4462272"/>
            <a:ext cx="10058400" cy="384048"/>
          </a:xfrm>
          <a:prstGeom prst="rect">
            <a:avLst/>
          </a:prstGeom>
          <a:noFill/>
          <a:ln/>
        </p:spPr>
        <p:txBody>
          <a:bodyPr wrap="square" lIns="0" tIns="0" rIns="0" bIns="0" rtlCol="0" anchor="t"/>
          <a:lstStyle/>
          <a:p>
            <a:pPr algn="l" indent="0" marL="0">
              <a:lnSpc>
                <a:spcPct val="122000"/>
              </a:lnSpc>
              <a:buNone/>
            </a:pPr>
            <a:r>
              <a:rPr lang="en-US" sz="1700" dirty="0">
                <a:solidFill>
                  <a:srgbClr val="22D3EE"/>
                </a:solidFill>
                <a:latin typeface="Courier New" pitchFamily="34" charset="0"/>
                <a:ea typeface="Courier New" pitchFamily="34" charset="-122"/>
                <a:cs typeface="Courier New" pitchFamily="34" charset="-120"/>
              </a:rPr>
              <a:t>questboard-sooty.vercel.app</a:t>
            </a:r>
            <a:endParaRPr lang="en-US" sz="1700" dirty="0"/>
          </a:p>
        </p:txBody>
      </p:sp>
      <p:sp>
        <p:nvSpPr>
          <p:cNvPr id="17" name="Text 15"/>
          <p:cNvSpPr txBox="1"/>
          <p:nvPr/>
        </p:nvSpPr>
        <p:spPr>
          <a:xfrm>
            <a:off x="1051560" y="4937760"/>
            <a:ext cx="10058400" cy="658368"/>
          </a:xfrm>
          <a:prstGeom prst="rect">
            <a:avLst/>
          </a:prstGeom>
          <a:noFill/>
          <a:ln/>
        </p:spPr>
        <p:txBody>
          <a:bodyPr wrap="square" lIns="0" tIns="0" rIns="0" bIns="0" rtlCol="0" anchor="t"/>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Live on Vercel with a seeded demo dataset — 16 gigs, ₹1,200 to ₹25,000. Every screen works with no database attached, so a dead wifi cannot kill the pitch.</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Not a tutoring app</a:t>
            </a:r>
            <a:endParaRPr lang="en-US" sz="3400" dirty="0"/>
          </a:p>
        </p:txBody>
      </p:sp>
      <p:sp>
        <p:nvSpPr>
          <p:cNvPr id="3" name="Text 1"/>
          <p:cNvSpPr txBox="1"/>
          <p:nvPr/>
        </p:nvSpPr>
        <p:spPr>
          <a:xfrm>
            <a:off x="640080" y="1225296"/>
            <a:ext cx="10881360" cy="384048"/>
          </a:xfrm>
          <a:prstGeom prst="rect">
            <a:avLst/>
          </a:prstGeom>
          <a:noFill/>
          <a:ln/>
        </p:spPr>
        <p:txBody>
          <a:bodyPr wrap="square" lIns="0" tIns="0" rIns="0" bIns="0" rtlCol="0" anchor="ctr"/>
          <a:lstStyle/>
          <a:p>
            <a:pPr algn="l" indent="0" marL="0">
              <a:lnSpc>
                <a:spcPct val="122000"/>
              </a:lnSpc>
              <a:buNone/>
            </a:pPr>
            <a:r>
              <a:rPr lang="en-US" sz="1500" dirty="0">
                <a:solidFill>
                  <a:srgbClr val="96A0B5"/>
                </a:solidFill>
                <a:latin typeface="Calibri" pitchFamily="34" charset="0"/>
                <a:ea typeface="Calibri" pitchFamily="34" charset="-122"/>
                <a:cs typeface="Calibri" pitchFamily="34" charset="-120"/>
              </a:rPr>
              <a:t>Six of the sixteen gigs on the board right now.</a:t>
            </a:r>
            <a:endParaRPr lang="en-US" sz="1500" dirty="0"/>
          </a:p>
        </p:txBody>
      </p:sp>
      <p:sp>
        <p:nvSpPr>
          <p:cNvPr id="4" name="Shape 2"/>
          <p:cNvSpPr/>
          <p:nvPr/>
        </p:nvSpPr>
        <p:spPr>
          <a:xfrm>
            <a:off x="640080" y="2103120"/>
            <a:ext cx="5257800" cy="841248"/>
          </a:xfrm>
          <a:prstGeom prst="roundRect">
            <a:avLst>
              <a:gd name="adj" fmla="val 6522"/>
            </a:avLst>
          </a:prstGeom>
          <a:solidFill>
            <a:srgbClr val="0F1320"/>
          </a:solidFill>
          <a:ln w="12700">
            <a:solidFill>
              <a:srgbClr val="222A3D"/>
            </a:solidFill>
            <a:prstDash val="solid"/>
          </a:ln>
        </p:spPr>
      </p:sp>
      <p:sp>
        <p:nvSpPr>
          <p:cNvPr id="5" name="Shape 3"/>
          <p:cNvSpPr/>
          <p:nvPr/>
        </p:nvSpPr>
        <p:spPr>
          <a:xfrm>
            <a:off x="969264" y="2468880"/>
            <a:ext cx="118872" cy="118872"/>
          </a:xfrm>
          <a:prstGeom prst="ellipse">
            <a:avLst/>
          </a:prstGeom>
          <a:solidFill>
            <a:srgbClr val="22D3EE"/>
          </a:solidFill>
          <a:ln/>
        </p:spPr>
      </p:sp>
      <p:sp>
        <p:nvSpPr>
          <p:cNvPr id="6" name="Text 4"/>
          <p:cNvSpPr txBox="1"/>
          <p:nvPr/>
        </p:nvSpPr>
        <p:spPr>
          <a:xfrm>
            <a:off x="1243584" y="2103120"/>
            <a:ext cx="4343400" cy="841248"/>
          </a:xfrm>
          <a:prstGeom prst="rect">
            <a:avLst/>
          </a:prstGeom>
          <a:noFill/>
          <a:ln/>
        </p:spPr>
        <p:txBody>
          <a:bodyPr wrap="square" lIns="0" tIns="0" rIns="0" bIns="0" rtlCol="0" anchor="ctr"/>
          <a:lstStyle/>
          <a:p>
            <a:pPr algn="l" indent="0" marL="0">
              <a:lnSpc>
                <a:spcPct val="122000"/>
              </a:lnSpc>
              <a:buNone/>
            </a:pPr>
            <a:r>
              <a:rPr lang="en-US" sz="1450" dirty="0">
                <a:solidFill>
                  <a:srgbClr val="E9EDF7"/>
                </a:solidFill>
                <a:latin typeface="Calibri" pitchFamily="34" charset="0"/>
                <a:ea typeface="Calibri" pitchFamily="34" charset="-122"/>
                <a:cs typeface="Calibri" pitchFamily="34" charset="-120"/>
              </a:rPr>
              <a:t>Shoot a 60-second reel for a ghat-side homestay</a:t>
            </a:r>
            <a:endParaRPr lang="en-US" sz="1450" dirty="0"/>
          </a:p>
        </p:txBody>
      </p:sp>
      <p:sp>
        <p:nvSpPr>
          <p:cNvPr id="7" name="Shape 5"/>
          <p:cNvSpPr/>
          <p:nvPr/>
        </p:nvSpPr>
        <p:spPr>
          <a:xfrm>
            <a:off x="6263640" y="2103120"/>
            <a:ext cx="5257800" cy="841248"/>
          </a:xfrm>
          <a:prstGeom prst="roundRect">
            <a:avLst>
              <a:gd name="adj" fmla="val 6522"/>
            </a:avLst>
          </a:prstGeom>
          <a:solidFill>
            <a:srgbClr val="0F1320"/>
          </a:solidFill>
          <a:ln w="12700">
            <a:solidFill>
              <a:srgbClr val="222A3D"/>
            </a:solidFill>
            <a:prstDash val="solid"/>
          </a:ln>
        </p:spPr>
      </p:sp>
      <p:sp>
        <p:nvSpPr>
          <p:cNvPr id="8" name="Shape 6"/>
          <p:cNvSpPr/>
          <p:nvPr/>
        </p:nvSpPr>
        <p:spPr>
          <a:xfrm>
            <a:off x="6592824" y="2468880"/>
            <a:ext cx="118872" cy="118872"/>
          </a:xfrm>
          <a:prstGeom prst="ellipse">
            <a:avLst/>
          </a:prstGeom>
          <a:solidFill>
            <a:srgbClr val="A78BFA"/>
          </a:solidFill>
          <a:ln/>
        </p:spPr>
      </p:sp>
      <p:sp>
        <p:nvSpPr>
          <p:cNvPr id="9" name="Text 7"/>
          <p:cNvSpPr txBox="1"/>
          <p:nvPr/>
        </p:nvSpPr>
        <p:spPr>
          <a:xfrm>
            <a:off x="6867144" y="2103120"/>
            <a:ext cx="4343400" cy="841248"/>
          </a:xfrm>
          <a:prstGeom prst="rect">
            <a:avLst/>
          </a:prstGeom>
          <a:noFill/>
          <a:ln/>
        </p:spPr>
        <p:txBody>
          <a:bodyPr wrap="square" lIns="0" tIns="0" rIns="0" bIns="0" rtlCol="0" anchor="ctr"/>
          <a:lstStyle/>
          <a:p>
            <a:pPr algn="l" indent="0" marL="0">
              <a:lnSpc>
                <a:spcPct val="122000"/>
              </a:lnSpc>
              <a:buNone/>
            </a:pPr>
            <a:r>
              <a:rPr lang="en-US" sz="1450" dirty="0">
                <a:solidFill>
                  <a:srgbClr val="E9EDF7"/>
                </a:solidFill>
                <a:latin typeface="Calibri" pitchFamily="34" charset="0"/>
                <a:ea typeface="Calibri" pitchFamily="34" charset="-122"/>
                <a:cs typeface="Calibri" pitchFamily="34" charset="-120"/>
              </a:rPr>
              <a:t>Teach Class 11 physics, three evenings a week</a:t>
            </a:r>
            <a:endParaRPr lang="en-US" sz="1450" dirty="0"/>
          </a:p>
        </p:txBody>
      </p:sp>
      <p:sp>
        <p:nvSpPr>
          <p:cNvPr id="10" name="Shape 8"/>
          <p:cNvSpPr/>
          <p:nvPr/>
        </p:nvSpPr>
        <p:spPr>
          <a:xfrm>
            <a:off x="640080" y="3108960"/>
            <a:ext cx="5257800" cy="841248"/>
          </a:xfrm>
          <a:prstGeom prst="roundRect">
            <a:avLst>
              <a:gd name="adj" fmla="val 6522"/>
            </a:avLst>
          </a:prstGeom>
          <a:solidFill>
            <a:srgbClr val="0F1320"/>
          </a:solidFill>
          <a:ln w="12700">
            <a:solidFill>
              <a:srgbClr val="222A3D"/>
            </a:solidFill>
            <a:prstDash val="solid"/>
          </a:ln>
        </p:spPr>
      </p:sp>
      <p:sp>
        <p:nvSpPr>
          <p:cNvPr id="11" name="Shape 9"/>
          <p:cNvSpPr/>
          <p:nvPr/>
        </p:nvSpPr>
        <p:spPr>
          <a:xfrm>
            <a:off x="969264" y="3474720"/>
            <a:ext cx="118872" cy="118872"/>
          </a:xfrm>
          <a:prstGeom prst="ellipse">
            <a:avLst/>
          </a:prstGeom>
          <a:solidFill>
            <a:srgbClr val="A3E635"/>
          </a:solidFill>
          <a:ln/>
        </p:spPr>
      </p:sp>
      <p:sp>
        <p:nvSpPr>
          <p:cNvPr id="12" name="Text 10"/>
          <p:cNvSpPr txBox="1"/>
          <p:nvPr/>
        </p:nvSpPr>
        <p:spPr>
          <a:xfrm>
            <a:off x="1243584" y="3108960"/>
            <a:ext cx="4343400" cy="841248"/>
          </a:xfrm>
          <a:prstGeom prst="rect">
            <a:avLst/>
          </a:prstGeom>
          <a:noFill/>
          <a:ln/>
        </p:spPr>
        <p:txBody>
          <a:bodyPr wrap="square" lIns="0" tIns="0" rIns="0" bIns="0" rtlCol="0" anchor="ctr"/>
          <a:lstStyle/>
          <a:p>
            <a:pPr algn="l" indent="0" marL="0">
              <a:lnSpc>
                <a:spcPct val="122000"/>
              </a:lnSpc>
              <a:buNone/>
            </a:pPr>
            <a:r>
              <a:rPr lang="en-US" sz="1450" dirty="0">
                <a:solidFill>
                  <a:srgbClr val="E9EDF7"/>
                </a:solidFill>
                <a:latin typeface="Calibri" pitchFamily="34" charset="0"/>
                <a:ea typeface="Calibri" pitchFamily="34" charset="-122"/>
                <a:cs typeface="Calibri" pitchFamily="34" charset="-120"/>
              </a:rPr>
              <a:t>Digitise 1,200 handwritten survey forms</a:t>
            </a:r>
            <a:endParaRPr lang="en-US" sz="1450" dirty="0"/>
          </a:p>
        </p:txBody>
      </p:sp>
      <p:sp>
        <p:nvSpPr>
          <p:cNvPr id="13" name="Shape 11"/>
          <p:cNvSpPr/>
          <p:nvPr/>
        </p:nvSpPr>
        <p:spPr>
          <a:xfrm>
            <a:off x="6263640" y="3108960"/>
            <a:ext cx="5257800" cy="841248"/>
          </a:xfrm>
          <a:prstGeom prst="roundRect">
            <a:avLst>
              <a:gd name="adj" fmla="val 6522"/>
            </a:avLst>
          </a:prstGeom>
          <a:solidFill>
            <a:srgbClr val="0F1320"/>
          </a:solidFill>
          <a:ln w="12700">
            <a:solidFill>
              <a:srgbClr val="222A3D"/>
            </a:solidFill>
            <a:prstDash val="solid"/>
          </a:ln>
        </p:spPr>
      </p:sp>
      <p:sp>
        <p:nvSpPr>
          <p:cNvPr id="14" name="Shape 12"/>
          <p:cNvSpPr/>
          <p:nvPr/>
        </p:nvSpPr>
        <p:spPr>
          <a:xfrm>
            <a:off x="6592824" y="3474720"/>
            <a:ext cx="118872" cy="118872"/>
          </a:xfrm>
          <a:prstGeom prst="ellipse">
            <a:avLst/>
          </a:prstGeom>
          <a:solidFill>
            <a:srgbClr val="22D3EE"/>
          </a:solidFill>
          <a:ln/>
        </p:spPr>
      </p:sp>
      <p:sp>
        <p:nvSpPr>
          <p:cNvPr id="15" name="Text 13"/>
          <p:cNvSpPr txBox="1"/>
          <p:nvPr/>
        </p:nvSpPr>
        <p:spPr>
          <a:xfrm>
            <a:off x="6867144" y="3108960"/>
            <a:ext cx="4343400" cy="841248"/>
          </a:xfrm>
          <a:prstGeom prst="rect">
            <a:avLst/>
          </a:prstGeom>
          <a:noFill/>
          <a:ln/>
        </p:spPr>
        <p:txBody>
          <a:bodyPr wrap="square" lIns="0" tIns="0" rIns="0" bIns="0" rtlCol="0" anchor="ctr"/>
          <a:lstStyle/>
          <a:p>
            <a:pPr algn="l" indent="0" marL="0">
              <a:lnSpc>
                <a:spcPct val="122000"/>
              </a:lnSpc>
              <a:buNone/>
            </a:pPr>
            <a:r>
              <a:rPr lang="en-US" sz="1450" dirty="0">
                <a:solidFill>
                  <a:srgbClr val="E9EDF7"/>
                </a:solidFill>
                <a:latin typeface="Calibri" pitchFamily="34" charset="0"/>
                <a:ea typeface="Calibri" pitchFamily="34" charset="-122"/>
                <a:cs typeface="Calibri" pitchFamily="34" charset="-120"/>
              </a:rPr>
              <a:t>Proofread the LaTeX on a 90-page MTech thesis</a:t>
            </a:r>
            <a:endParaRPr lang="en-US" sz="1450" dirty="0"/>
          </a:p>
        </p:txBody>
      </p:sp>
      <p:sp>
        <p:nvSpPr>
          <p:cNvPr id="16" name="Shape 14"/>
          <p:cNvSpPr/>
          <p:nvPr/>
        </p:nvSpPr>
        <p:spPr>
          <a:xfrm>
            <a:off x="640080" y="4114800"/>
            <a:ext cx="5257800" cy="841248"/>
          </a:xfrm>
          <a:prstGeom prst="roundRect">
            <a:avLst>
              <a:gd name="adj" fmla="val 6522"/>
            </a:avLst>
          </a:prstGeom>
          <a:solidFill>
            <a:srgbClr val="0F1320"/>
          </a:solidFill>
          <a:ln w="12700">
            <a:solidFill>
              <a:srgbClr val="222A3D"/>
            </a:solidFill>
            <a:prstDash val="solid"/>
          </a:ln>
        </p:spPr>
      </p:sp>
      <p:sp>
        <p:nvSpPr>
          <p:cNvPr id="17" name="Shape 15"/>
          <p:cNvSpPr/>
          <p:nvPr/>
        </p:nvSpPr>
        <p:spPr>
          <a:xfrm>
            <a:off x="969264" y="4480560"/>
            <a:ext cx="118872" cy="118872"/>
          </a:xfrm>
          <a:prstGeom prst="ellipse">
            <a:avLst/>
          </a:prstGeom>
          <a:solidFill>
            <a:srgbClr val="A78BFA"/>
          </a:solidFill>
          <a:ln/>
        </p:spPr>
      </p:sp>
      <p:sp>
        <p:nvSpPr>
          <p:cNvPr id="18" name="Text 16"/>
          <p:cNvSpPr txBox="1"/>
          <p:nvPr/>
        </p:nvSpPr>
        <p:spPr>
          <a:xfrm>
            <a:off x="1243584" y="4114800"/>
            <a:ext cx="4343400" cy="841248"/>
          </a:xfrm>
          <a:prstGeom prst="rect">
            <a:avLst/>
          </a:prstGeom>
          <a:noFill/>
          <a:ln/>
        </p:spPr>
        <p:txBody>
          <a:bodyPr wrap="square" lIns="0" tIns="0" rIns="0" bIns="0" rtlCol="0" anchor="ctr"/>
          <a:lstStyle/>
          <a:p>
            <a:pPr algn="l" indent="0" marL="0">
              <a:lnSpc>
                <a:spcPct val="122000"/>
              </a:lnSpc>
              <a:buNone/>
            </a:pPr>
            <a:r>
              <a:rPr lang="en-US" sz="1450" dirty="0">
                <a:solidFill>
                  <a:srgbClr val="E9EDF7"/>
                </a:solidFill>
                <a:latin typeface="Calibri" pitchFamily="34" charset="0"/>
                <a:ea typeface="Calibri" pitchFamily="34" charset="-122"/>
                <a:cs typeface="Calibri" pitchFamily="34" charset="-120"/>
              </a:rPr>
              <a:t>Weekend tabla accompanist for rooftop concerts</a:t>
            </a:r>
            <a:endParaRPr lang="en-US" sz="1450" dirty="0"/>
          </a:p>
        </p:txBody>
      </p:sp>
      <p:sp>
        <p:nvSpPr>
          <p:cNvPr id="19" name="Shape 17"/>
          <p:cNvSpPr/>
          <p:nvPr/>
        </p:nvSpPr>
        <p:spPr>
          <a:xfrm>
            <a:off x="6263640" y="4114800"/>
            <a:ext cx="5257800" cy="841248"/>
          </a:xfrm>
          <a:prstGeom prst="roundRect">
            <a:avLst>
              <a:gd name="adj" fmla="val 6522"/>
            </a:avLst>
          </a:prstGeom>
          <a:solidFill>
            <a:srgbClr val="0F1320"/>
          </a:solidFill>
          <a:ln w="12700">
            <a:solidFill>
              <a:srgbClr val="222A3D"/>
            </a:solidFill>
            <a:prstDash val="solid"/>
          </a:ln>
        </p:spPr>
      </p:sp>
      <p:sp>
        <p:nvSpPr>
          <p:cNvPr id="20" name="Shape 18"/>
          <p:cNvSpPr/>
          <p:nvPr/>
        </p:nvSpPr>
        <p:spPr>
          <a:xfrm>
            <a:off x="6592824" y="4480560"/>
            <a:ext cx="118872" cy="118872"/>
          </a:xfrm>
          <a:prstGeom prst="ellipse">
            <a:avLst/>
          </a:prstGeom>
          <a:solidFill>
            <a:srgbClr val="A3E635"/>
          </a:solidFill>
          <a:ln/>
        </p:spPr>
      </p:sp>
      <p:sp>
        <p:nvSpPr>
          <p:cNvPr id="21" name="Text 19"/>
          <p:cNvSpPr txBox="1"/>
          <p:nvPr/>
        </p:nvSpPr>
        <p:spPr>
          <a:xfrm>
            <a:off x="6867144" y="4114800"/>
            <a:ext cx="4343400" cy="841248"/>
          </a:xfrm>
          <a:prstGeom prst="rect">
            <a:avLst/>
          </a:prstGeom>
          <a:noFill/>
          <a:ln/>
        </p:spPr>
        <p:txBody>
          <a:bodyPr wrap="square" lIns="0" tIns="0" rIns="0" bIns="0" rtlCol="0" anchor="ctr"/>
          <a:lstStyle/>
          <a:p>
            <a:pPr algn="l" indent="0" marL="0">
              <a:lnSpc>
                <a:spcPct val="122000"/>
              </a:lnSpc>
              <a:buNone/>
            </a:pPr>
            <a:r>
              <a:rPr lang="en-US" sz="1450" dirty="0">
                <a:solidFill>
                  <a:srgbClr val="E9EDF7"/>
                </a:solidFill>
                <a:latin typeface="Calibri" pitchFamily="34" charset="0"/>
                <a:ea typeface="Calibri" pitchFamily="34" charset="-122"/>
                <a:cs typeface="Calibri" pitchFamily="34" charset="-120"/>
              </a:rPr>
              <a:t>Translate a tour brochure into German</a:t>
            </a:r>
            <a:endParaRPr lang="en-US" sz="1450" dirty="0"/>
          </a:p>
        </p:txBody>
      </p:sp>
      <p:sp>
        <p:nvSpPr>
          <p:cNvPr id="22" name="Text 20"/>
          <p:cNvSpPr txBox="1"/>
          <p:nvPr/>
        </p:nvSpPr>
        <p:spPr>
          <a:xfrm>
            <a:off x="640080" y="5504688"/>
            <a:ext cx="10881360" cy="457200"/>
          </a:xfrm>
          <a:prstGeom prst="rect">
            <a:avLst/>
          </a:prstGeom>
          <a:noFill/>
          <a:ln/>
        </p:spPr>
        <p:txBody>
          <a:bodyPr wrap="square" lIns="0" tIns="0" rIns="0" bIns="0" rtlCol="0" anchor="ctr"/>
          <a:lstStyle/>
          <a:p>
            <a:pPr algn="l" indent="0" marL="0">
              <a:lnSpc>
                <a:spcPct val="122000"/>
              </a:lnSpc>
              <a:buNone/>
            </a:pPr>
            <a:r>
              <a:rPr lang="en-US" sz="1450" dirty="0">
                <a:solidFill>
                  <a:srgbClr val="96A0B5"/>
                </a:solidFill>
                <a:latin typeface="Calibri" pitchFamily="34" charset="0"/>
                <a:ea typeface="Calibri" pitchFamily="34" charset="-122"/>
                <a:cs typeface="Calibri" pitchFamily="34" charset="-120"/>
              </a:rPr>
              <a:t>One-time, weekly, monthly, part-time, internship. Tags keep that range searchable instead of chaotic.</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Why one campus first</a:t>
            </a:r>
            <a:endParaRPr lang="en-US" sz="3400" dirty="0"/>
          </a:p>
        </p:txBody>
      </p:sp>
      <p:sp>
        <p:nvSpPr>
          <p:cNvPr id="3" name="Shape 1"/>
          <p:cNvSpPr/>
          <p:nvPr/>
        </p:nvSpPr>
        <p:spPr>
          <a:xfrm>
            <a:off x="640080" y="2103120"/>
            <a:ext cx="5943600" cy="1097280"/>
          </a:xfrm>
          <a:prstGeom prst="roundRect">
            <a:avLst>
              <a:gd name="adj" fmla="val 5000"/>
            </a:avLst>
          </a:prstGeom>
          <a:solidFill>
            <a:srgbClr val="0F1320"/>
          </a:solidFill>
          <a:ln w="12700">
            <a:solidFill>
              <a:srgbClr val="222A3D"/>
            </a:solidFill>
            <a:prstDash val="solid"/>
          </a:ln>
        </p:spPr>
      </p:sp>
      <p:sp>
        <p:nvSpPr>
          <p:cNvPr id="4" name="Shape 2"/>
          <p:cNvSpPr/>
          <p:nvPr/>
        </p:nvSpPr>
        <p:spPr>
          <a:xfrm>
            <a:off x="969264" y="2587752"/>
            <a:ext cx="128016" cy="128016"/>
          </a:xfrm>
          <a:prstGeom prst="ellipse">
            <a:avLst/>
          </a:prstGeom>
          <a:solidFill>
            <a:srgbClr val="22D3EE"/>
          </a:solidFill>
          <a:ln/>
        </p:spPr>
      </p:sp>
      <p:sp>
        <p:nvSpPr>
          <p:cNvPr id="5" name="Text 3"/>
          <p:cNvSpPr txBox="1"/>
          <p:nvPr/>
        </p:nvSpPr>
        <p:spPr>
          <a:xfrm>
            <a:off x="1261872" y="2267712"/>
            <a:ext cx="4983480" cy="384048"/>
          </a:xfrm>
          <a:prstGeom prst="rect">
            <a:avLst/>
          </a:prstGeom>
          <a:noFill/>
          <a:ln/>
        </p:spPr>
        <p:txBody>
          <a:bodyPr wrap="square" lIns="0" tIns="0" rIns="0" bIns="0" rtlCol="0" anchor="ctr"/>
          <a:lstStyle/>
          <a:p>
            <a:pPr algn="l" indent="0" marL="0">
              <a:lnSpc>
                <a:spcPct val="122000"/>
              </a:lnSpc>
              <a:buNone/>
            </a:pPr>
            <a:r>
              <a:rPr lang="en-US" sz="1600" b="1" dirty="0">
                <a:solidFill>
                  <a:srgbClr val="E9EDF7"/>
                </a:solidFill>
                <a:latin typeface="Arial" pitchFamily="34" charset="0"/>
                <a:ea typeface="Arial" pitchFamily="34" charset="-122"/>
                <a:cs typeface="Arial" pitchFamily="34" charset="-120"/>
              </a:rPr>
              <a:t>Verifiable identity</a:t>
            </a:r>
            <a:endParaRPr lang="en-US" sz="1600" dirty="0"/>
          </a:p>
        </p:txBody>
      </p:sp>
      <p:sp>
        <p:nvSpPr>
          <p:cNvPr id="6" name="Text 4"/>
          <p:cNvSpPr txBox="1"/>
          <p:nvPr/>
        </p:nvSpPr>
        <p:spPr>
          <a:xfrm>
            <a:off x="1261872" y="2651760"/>
            <a:ext cx="4983480" cy="384048"/>
          </a:xfrm>
          <a:prstGeom prst="rect">
            <a:avLst/>
          </a:prstGeom>
          <a:noFill/>
          <a:ln/>
        </p:spPr>
        <p:txBody>
          <a:bodyPr wrap="square" lIns="0" tIns="0" rIns="0" bIns="0" rtlCol="0" anchor="ctr"/>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The institute email is the trust layer. No KYC needed on day one.</a:t>
            </a:r>
            <a:endParaRPr lang="en-US" sz="1350" dirty="0"/>
          </a:p>
        </p:txBody>
      </p:sp>
      <p:sp>
        <p:nvSpPr>
          <p:cNvPr id="7" name="Shape 5"/>
          <p:cNvSpPr/>
          <p:nvPr/>
        </p:nvSpPr>
        <p:spPr>
          <a:xfrm>
            <a:off x="640080" y="3328416"/>
            <a:ext cx="5943600" cy="1097280"/>
          </a:xfrm>
          <a:prstGeom prst="roundRect">
            <a:avLst>
              <a:gd name="adj" fmla="val 5000"/>
            </a:avLst>
          </a:prstGeom>
          <a:solidFill>
            <a:srgbClr val="0F1320"/>
          </a:solidFill>
          <a:ln w="12700">
            <a:solidFill>
              <a:srgbClr val="222A3D"/>
            </a:solidFill>
            <a:prstDash val="solid"/>
          </a:ln>
        </p:spPr>
      </p:sp>
      <p:sp>
        <p:nvSpPr>
          <p:cNvPr id="8" name="Shape 6"/>
          <p:cNvSpPr/>
          <p:nvPr/>
        </p:nvSpPr>
        <p:spPr>
          <a:xfrm>
            <a:off x="969264" y="3813048"/>
            <a:ext cx="128016" cy="128016"/>
          </a:xfrm>
          <a:prstGeom prst="ellipse">
            <a:avLst/>
          </a:prstGeom>
          <a:solidFill>
            <a:srgbClr val="A78BFA"/>
          </a:solidFill>
          <a:ln/>
        </p:spPr>
      </p:sp>
      <p:sp>
        <p:nvSpPr>
          <p:cNvPr id="9" name="Text 7"/>
          <p:cNvSpPr txBox="1"/>
          <p:nvPr/>
        </p:nvSpPr>
        <p:spPr>
          <a:xfrm>
            <a:off x="1261872" y="3493008"/>
            <a:ext cx="4983480" cy="384048"/>
          </a:xfrm>
          <a:prstGeom prst="rect">
            <a:avLst/>
          </a:prstGeom>
          <a:noFill/>
          <a:ln/>
        </p:spPr>
        <p:txBody>
          <a:bodyPr wrap="square" lIns="0" tIns="0" rIns="0" bIns="0" rtlCol="0" anchor="ctr"/>
          <a:lstStyle/>
          <a:p>
            <a:pPr algn="l" indent="0" marL="0">
              <a:lnSpc>
                <a:spcPct val="122000"/>
              </a:lnSpc>
              <a:buNone/>
            </a:pPr>
            <a:r>
              <a:rPr lang="en-US" sz="1600" b="1" dirty="0">
                <a:solidFill>
                  <a:srgbClr val="E9EDF7"/>
                </a:solidFill>
                <a:latin typeface="Arial" pitchFamily="34" charset="0"/>
                <a:ea typeface="Arial" pitchFamily="34" charset="-122"/>
                <a:cs typeface="Arial" pitchFamily="34" charset="-120"/>
              </a:rPr>
              <a:t>Dense supply</a:t>
            </a:r>
            <a:endParaRPr lang="en-US" sz="1600" dirty="0"/>
          </a:p>
        </p:txBody>
      </p:sp>
      <p:sp>
        <p:nvSpPr>
          <p:cNvPr id="10" name="Text 8"/>
          <p:cNvSpPr txBox="1"/>
          <p:nvPr/>
        </p:nvSpPr>
        <p:spPr>
          <a:xfrm>
            <a:off x="1261872" y="3877056"/>
            <a:ext cx="4983480" cy="384048"/>
          </a:xfrm>
          <a:prstGeom prst="rect">
            <a:avLst/>
          </a:prstGeom>
          <a:noFill/>
          <a:ln/>
        </p:spPr>
        <p:txBody>
          <a:bodyPr wrap="square" lIns="0" tIns="0" rIns="0" bIns="0" rtlCol="0" anchor="ctr"/>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Thousands of skilled people inside two square kilometres.</a:t>
            </a:r>
            <a:endParaRPr lang="en-US" sz="1350" dirty="0"/>
          </a:p>
        </p:txBody>
      </p:sp>
      <p:sp>
        <p:nvSpPr>
          <p:cNvPr id="11" name="Shape 9"/>
          <p:cNvSpPr/>
          <p:nvPr/>
        </p:nvSpPr>
        <p:spPr>
          <a:xfrm>
            <a:off x="640080" y="4553712"/>
            <a:ext cx="5943600" cy="1097280"/>
          </a:xfrm>
          <a:prstGeom prst="roundRect">
            <a:avLst>
              <a:gd name="adj" fmla="val 5000"/>
            </a:avLst>
          </a:prstGeom>
          <a:solidFill>
            <a:srgbClr val="0F1320"/>
          </a:solidFill>
          <a:ln w="12700">
            <a:solidFill>
              <a:srgbClr val="222A3D"/>
            </a:solidFill>
            <a:prstDash val="solid"/>
          </a:ln>
        </p:spPr>
      </p:sp>
      <p:sp>
        <p:nvSpPr>
          <p:cNvPr id="12" name="Shape 10"/>
          <p:cNvSpPr/>
          <p:nvPr/>
        </p:nvSpPr>
        <p:spPr>
          <a:xfrm>
            <a:off x="969264" y="5038344"/>
            <a:ext cx="128016" cy="128016"/>
          </a:xfrm>
          <a:prstGeom prst="ellipse">
            <a:avLst/>
          </a:prstGeom>
          <a:solidFill>
            <a:srgbClr val="A3E635"/>
          </a:solidFill>
          <a:ln/>
        </p:spPr>
      </p:sp>
      <p:sp>
        <p:nvSpPr>
          <p:cNvPr id="13" name="Text 11"/>
          <p:cNvSpPr txBox="1"/>
          <p:nvPr/>
        </p:nvSpPr>
        <p:spPr>
          <a:xfrm>
            <a:off x="1261872" y="4718304"/>
            <a:ext cx="4983480" cy="384048"/>
          </a:xfrm>
          <a:prstGeom prst="rect">
            <a:avLst/>
          </a:prstGeom>
          <a:noFill/>
          <a:ln/>
        </p:spPr>
        <p:txBody>
          <a:bodyPr wrap="square" lIns="0" tIns="0" rIns="0" bIns="0" rtlCol="0" anchor="ctr"/>
          <a:lstStyle/>
          <a:p>
            <a:pPr algn="l" indent="0" marL="0">
              <a:lnSpc>
                <a:spcPct val="122000"/>
              </a:lnSpc>
              <a:buNone/>
            </a:pPr>
            <a:r>
              <a:rPr lang="en-US" sz="1600" b="1" dirty="0">
                <a:solidFill>
                  <a:srgbClr val="E9EDF7"/>
                </a:solidFill>
                <a:latin typeface="Arial" pitchFamily="34" charset="0"/>
                <a:ea typeface="Arial" pitchFamily="34" charset="-122"/>
                <a:cs typeface="Arial" pitchFamily="34" charset="-120"/>
              </a:rPr>
              <a:t>Demand already adjacent</a:t>
            </a:r>
            <a:endParaRPr lang="en-US" sz="1600" dirty="0"/>
          </a:p>
        </p:txBody>
      </p:sp>
      <p:sp>
        <p:nvSpPr>
          <p:cNvPr id="14" name="Text 12"/>
          <p:cNvSpPr txBox="1"/>
          <p:nvPr/>
        </p:nvSpPr>
        <p:spPr>
          <a:xfrm>
            <a:off x="1261872" y="5102352"/>
            <a:ext cx="4983480" cy="384048"/>
          </a:xfrm>
          <a:prstGeom prst="rect">
            <a:avLst/>
          </a:prstGeom>
          <a:noFill/>
          <a:ln/>
        </p:spPr>
        <p:txBody>
          <a:bodyPr wrap="square" lIns="0" tIns="0" rIns="0" bIns="0" rtlCol="0" anchor="ctr"/>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Varanasi shops, coaching centres and homestays are walking distance.</a:t>
            </a:r>
            <a:endParaRPr lang="en-US" sz="1350" dirty="0"/>
          </a:p>
        </p:txBody>
      </p:sp>
      <p:sp>
        <p:nvSpPr>
          <p:cNvPr id="15" name="Shape 13"/>
          <p:cNvSpPr/>
          <p:nvPr/>
        </p:nvSpPr>
        <p:spPr>
          <a:xfrm>
            <a:off x="6949440" y="2103120"/>
            <a:ext cx="4572000" cy="3547872"/>
          </a:xfrm>
          <a:prstGeom prst="roundRect">
            <a:avLst>
              <a:gd name="adj" fmla="val 1546"/>
            </a:avLst>
          </a:prstGeom>
          <a:solidFill>
            <a:srgbClr val="070A12"/>
          </a:solidFill>
          <a:ln w="12700">
            <a:solidFill>
              <a:srgbClr val="222A3D"/>
            </a:solidFill>
            <a:prstDash val="solid"/>
          </a:ln>
        </p:spPr>
      </p:sp>
      <p:sp>
        <p:nvSpPr>
          <p:cNvPr id="16" name="Text 14"/>
          <p:cNvSpPr txBox="1"/>
          <p:nvPr/>
        </p:nvSpPr>
        <p:spPr>
          <a:xfrm>
            <a:off x="7269480" y="2377440"/>
            <a:ext cx="3931920" cy="292608"/>
          </a:xfrm>
          <a:prstGeom prst="rect">
            <a:avLst/>
          </a:prstGeom>
          <a:noFill/>
          <a:ln/>
        </p:spPr>
        <p:txBody>
          <a:bodyPr wrap="square" lIns="0" tIns="0" rIns="0" bIns="0" rtlCol="0" anchor="t"/>
          <a:lstStyle/>
          <a:p>
            <a:pPr algn="l" indent="0" marL="0">
              <a:lnSpc>
                <a:spcPct val="122000"/>
              </a:lnSpc>
              <a:buNone/>
            </a:pPr>
            <a:r>
              <a:rPr lang="en-US" sz="1150" dirty="0">
                <a:solidFill>
                  <a:srgbClr val="6B7488"/>
                </a:solidFill>
                <a:latin typeface="Courier New" pitchFamily="34" charset="0"/>
                <a:ea typeface="Courier New" pitchFamily="34" charset="-122"/>
                <a:cs typeface="Courier New" pitchFamily="34" charset="-120"/>
              </a:rPr>
              <a:t>src/lib/constants.ts</a:t>
            </a:r>
            <a:endParaRPr lang="en-US" sz="1150" dirty="0"/>
          </a:p>
        </p:txBody>
      </p:sp>
      <p:sp>
        <p:nvSpPr>
          <p:cNvPr id="17" name="Text 15"/>
          <p:cNvSpPr txBox="1"/>
          <p:nvPr/>
        </p:nvSpPr>
        <p:spPr>
          <a:xfrm>
            <a:off x="7269480" y="2816352"/>
            <a:ext cx="3931920" cy="868680"/>
          </a:xfrm>
          <a:prstGeom prst="rect">
            <a:avLst/>
          </a:prstGeom>
          <a:noFill/>
          <a:ln/>
        </p:spPr>
        <p:txBody>
          <a:bodyPr wrap="square" lIns="0" tIns="0" rIns="0" bIns="0" rtlCol="0" anchor="t"/>
          <a:lstStyle/>
          <a:p>
            <a:pPr algn="l" indent="0" marL="0">
              <a:lnSpc>
                <a:spcPct val="122000"/>
              </a:lnSpc>
              <a:buNone/>
            </a:pPr>
            <a:r>
              <a:rPr lang="en-US" sz="1400" dirty="0">
                <a:solidFill>
                  <a:srgbClr val="22D3EE"/>
                </a:solidFill>
                <a:latin typeface="Courier New" pitchFamily="34" charset="0"/>
                <a:ea typeface="Courier New" pitchFamily="34" charset="-122"/>
                <a:cs typeface="Courier New" pitchFamily="34" charset="-120"/>
              </a:rPr>
              <a:t>INSTITUTE_DOMAINS = [</a:t>
            </a:r>
            <a:endParaRPr lang="en-US" sz="1400" dirty="0"/>
          </a:p>
          <a:p>
            <a:pPr algn="l" indent="0" marL="0">
              <a:lnSpc>
                <a:spcPct val="122000"/>
              </a:lnSpc>
              <a:buNone/>
            </a:pPr>
            <a:r>
              <a:rPr lang="en-US" sz="1400" dirty="0">
                <a:solidFill>
                  <a:srgbClr val="22D3EE"/>
                </a:solidFill>
                <a:latin typeface="Courier New" pitchFamily="34" charset="0"/>
                <a:ea typeface="Courier New" pitchFamily="34" charset="-122"/>
                <a:cs typeface="Courier New" pitchFamily="34" charset="-120"/>
              </a:rPr>
              <a:t>  'itbhu.ac.in',</a:t>
            </a:r>
            <a:endParaRPr lang="en-US" sz="1400" dirty="0"/>
          </a:p>
          <a:p>
            <a:pPr algn="l" indent="0" marL="0">
              <a:lnSpc>
                <a:spcPct val="122000"/>
              </a:lnSpc>
              <a:buNone/>
            </a:pPr>
            <a:r>
              <a:rPr lang="en-US" sz="1400" dirty="0">
                <a:solidFill>
                  <a:srgbClr val="22D3EE"/>
                </a:solidFill>
                <a:latin typeface="Courier New" pitchFamily="34" charset="0"/>
                <a:ea typeface="Courier New" pitchFamily="34" charset="-122"/>
                <a:cs typeface="Courier New" pitchFamily="34" charset="-120"/>
              </a:rPr>
              <a:t>]</a:t>
            </a:r>
            <a:endParaRPr lang="en-US" sz="1400" dirty="0"/>
          </a:p>
        </p:txBody>
      </p:sp>
      <p:sp>
        <p:nvSpPr>
          <p:cNvPr id="18" name="Text 16"/>
          <p:cNvSpPr txBox="1"/>
          <p:nvPr/>
        </p:nvSpPr>
        <p:spPr>
          <a:xfrm>
            <a:off x="7269480" y="4206240"/>
            <a:ext cx="3931920" cy="1143000"/>
          </a:xfrm>
          <a:prstGeom prst="rect">
            <a:avLst/>
          </a:prstGeom>
          <a:noFill/>
          <a:ln/>
        </p:spPr>
        <p:txBody>
          <a:bodyPr wrap="square" lIns="0" tIns="0" rIns="0" bIns="0" rtlCol="0" anchor="t"/>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Adding IIT Kanpur is one line. Every institute in India has the same domain structure, so the gate travels with us.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How it makes money</a:t>
            </a:r>
            <a:endParaRPr lang="en-US" sz="3400" dirty="0"/>
          </a:p>
        </p:txBody>
      </p:sp>
      <p:sp>
        <p:nvSpPr>
          <p:cNvPr id="3" name="Shape 1"/>
          <p:cNvSpPr/>
          <p:nvPr/>
        </p:nvSpPr>
        <p:spPr>
          <a:xfrm>
            <a:off x="640080" y="2103120"/>
            <a:ext cx="3383280" cy="2331720"/>
          </a:xfrm>
          <a:prstGeom prst="roundRect">
            <a:avLst>
              <a:gd name="adj" fmla="val 2353"/>
            </a:avLst>
          </a:prstGeom>
          <a:solidFill>
            <a:srgbClr val="0F1320"/>
          </a:solidFill>
          <a:ln w="12700">
            <a:solidFill>
              <a:srgbClr val="222A3D"/>
            </a:solidFill>
            <a:prstDash val="solid"/>
          </a:ln>
        </p:spPr>
      </p:sp>
      <p:sp>
        <p:nvSpPr>
          <p:cNvPr id="4" name="Shape 2"/>
          <p:cNvSpPr/>
          <p:nvPr/>
        </p:nvSpPr>
        <p:spPr>
          <a:xfrm>
            <a:off x="1005840" y="2487168"/>
            <a:ext cx="146304" cy="146304"/>
          </a:xfrm>
          <a:prstGeom prst="ellipse">
            <a:avLst/>
          </a:prstGeom>
          <a:solidFill>
            <a:srgbClr val="22D3EE"/>
          </a:solidFill>
          <a:ln/>
        </p:spPr>
      </p:sp>
      <p:sp>
        <p:nvSpPr>
          <p:cNvPr id="5" name="Text 3"/>
          <p:cNvSpPr txBox="1"/>
          <p:nvPr/>
        </p:nvSpPr>
        <p:spPr>
          <a:xfrm>
            <a:off x="1005840" y="2816352"/>
            <a:ext cx="2651760" cy="384048"/>
          </a:xfrm>
          <a:prstGeom prst="rect">
            <a:avLst/>
          </a:prstGeom>
          <a:noFill/>
          <a:ln/>
        </p:spPr>
        <p:txBody>
          <a:bodyPr wrap="square" lIns="0" tIns="0" rIns="0" bIns="0" rtlCol="0" anchor="t"/>
          <a:lstStyle/>
          <a:p>
            <a:pPr algn="l" indent="0" marL="0">
              <a:lnSpc>
                <a:spcPct val="122000"/>
              </a:lnSpc>
              <a:buNone/>
            </a:pPr>
            <a:r>
              <a:rPr lang="en-US" sz="1800" b="1" dirty="0">
                <a:solidFill>
                  <a:srgbClr val="E9EDF7"/>
                </a:solidFill>
                <a:latin typeface="Arial" pitchFamily="34" charset="0"/>
                <a:ea typeface="Arial" pitchFamily="34" charset="-122"/>
                <a:cs typeface="Arial" pitchFamily="34" charset="-120"/>
              </a:rPr>
              <a:t>Take rate</a:t>
            </a:r>
            <a:endParaRPr lang="en-US" sz="1800" dirty="0"/>
          </a:p>
        </p:txBody>
      </p:sp>
      <p:sp>
        <p:nvSpPr>
          <p:cNvPr id="6" name="Text 4"/>
          <p:cNvSpPr txBox="1"/>
          <p:nvPr/>
        </p:nvSpPr>
        <p:spPr>
          <a:xfrm>
            <a:off x="1005840" y="3310128"/>
            <a:ext cx="2651760" cy="1005840"/>
          </a:xfrm>
          <a:prstGeom prst="rect">
            <a:avLst/>
          </a:prstGeom>
          <a:noFill/>
          <a:ln/>
        </p:spPr>
        <p:txBody>
          <a:bodyPr wrap="square" lIns="0" tIns="0" rIns="0" bIns="0" rtlCol="0" anchor="t"/>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5–8% on completed gigs once escrow is in. Free until the board has density.</a:t>
            </a:r>
            <a:endParaRPr lang="en-US" sz="1350" dirty="0"/>
          </a:p>
        </p:txBody>
      </p:sp>
      <p:sp>
        <p:nvSpPr>
          <p:cNvPr id="7" name="Shape 5"/>
          <p:cNvSpPr/>
          <p:nvPr/>
        </p:nvSpPr>
        <p:spPr>
          <a:xfrm>
            <a:off x="4389120" y="2103120"/>
            <a:ext cx="3383280" cy="2331720"/>
          </a:xfrm>
          <a:prstGeom prst="roundRect">
            <a:avLst>
              <a:gd name="adj" fmla="val 2353"/>
            </a:avLst>
          </a:prstGeom>
          <a:solidFill>
            <a:srgbClr val="0F1320"/>
          </a:solidFill>
          <a:ln w="12700">
            <a:solidFill>
              <a:srgbClr val="222A3D"/>
            </a:solidFill>
            <a:prstDash val="solid"/>
          </a:ln>
        </p:spPr>
      </p:sp>
      <p:sp>
        <p:nvSpPr>
          <p:cNvPr id="8" name="Shape 6"/>
          <p:cNvSpPr/>
          <p:nvPr/>
        </p:nvSpPr>
        <p:spPr>
          <a:xfrm>
            <a:off x="4754880" y="2487168"/>
            <a:ext cx="146304" cy="146304"/>
          </a:xfrm>
          <a:prstGeom prst="ellipse">
            <a:avLst/>
          </a:prstGeom>
          <a:solidFill>
            <a:srgbClr val="A78BFA"/>
          </a:solidFill>
          <a:ln/>
        </p:spPr>
      </p:sp>
      <p:sp>
        <p:nvSpPr>
          <p:cNvPr id="9" name="Text 7"/>
          <p:cNvSpPr txBox="1"/>
          <p:nvPr/>
        </p:nvSpPr>
        <p:spPr>
          <a:xfrm>
            <a:off x="4754880" y="2816352"/>
            <a:ext cx="2651760" cy="384048"/>
          </a:xfrm>
          <a:prstGeom prst="rect">
            <a:avLst/>
          </a:prstGeom>
          <a:noFill/>
          <a:ln/>
        </p:spPr>
        <p:txBody>
          <a:bodyPr wrap="square" lIns="0" tIns="0" rIns="0" bIns="0" rtlCol="0" anchor="t"/>
          <a:lstStyle/>
          <a:p>
            <a:pPr algn="l" indent="0" marL="0">
              <a:lnSpc>
                <a:spcPct val="122000"/>
              </a:lnSpc>
              <a:buNone/>
            </a:pPr>
            <a:r>
              <a:rPr lang="en-US" sz="1800" b="1" dirty="0">
                <a:solidFill>
                  <a:srgbClr val="E9EDF7"/>
                </a:solidFill>
                <a:latin typeface="Arial" pitchFamily="34" charset="0"/>
                <a:ea typeface="Arial" pitchFamily="34" charset="-122"/>
                <a:cs typeface="Arial" pitchFamily="34" charset="-120"/>
              </a:rPr>
              <a:t>Featured placement</a:t>
            </a:r>
            <a:endParaRPr lang="en-US" sz="1800" dirty="0"/>
          </a:p>
        </p:txBody>
      </p:sp>
      <p:sp>
        <p:nvSpPr>
          <p:cNvPr id="10" name="Text 8"/>
          <p:cNvSpPr txBox="1"/>
          <p:nvPr/>
        </p:nvSpPr>
        <p:spPr>
          <a:xfrm>
            <a:off x="4754880" y="3310128"/>
            <a:ext cx="2651760" cy="1005840"/>
          </a:xfrm>
          <a:prstGeom prst="rect">
            <a:avLst/>
          </a:prstGeom>
          <a:noFill/>
          <a:ln/>
        </p:spPr>
        <p:txBody>
          <a:bodyPr wrap="square" lIns="0" tIns="0" rIns="0" bIns="0" rtlCol="0" anchor="t"/>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Hirers pay to sit at the top during fest week and placement season.</a:t>
            </a:r>
            <a:endParaRPr lang="en-US" sz="1350" dirty="0"/>
          </a:p>
        </p:txBody>
      </p:sp>
      <p:sp>
        <p:nvSpPr>
          <p:cNvPr id="11" name="Shape 9"/>
          <p:cNvSpPr/>
          <p:nvPr/>
        </p:nvSpPr>
        <p:spPr>
          <a:xfrm>
            <a:off x="8138160" y="2103120"/>
            <a:ext cx="3383280" cy="2331720"/>
          </a:xfrm>
          <a:prstGeom prst="roundRect">
            <a:avLst>
              <a:gd name="adj" fmla="val 2353"/>
            </a:avLst>
          </a:prstGeom>
          <a:solidFill>
            <a:srgbClr val="0F1320"/>
          </a:solidFill>
          <a:ln w="12700">
            <a:solidFill>
              <a:srgbClr val="222A3D"/>
            </a:solidFill>
            <a:prstDash val="solid"/>
          </a:ln>
        </p:spPr>
      </p:sp>
      <p:sp>
        <p:nvSpPr>
          <p:cNvPr id="12" name="Shape 10"/>
          <p:cNvSpPr/>
          <p:nvPr/>
        </p:nvSpPr>
        <p:spPr>
          <a:xfrm>
            <a:off x="8503920" y="2487168"/>
            <a:ext cx="146304" cy="146304"/>
          </a:xfrm>
          <a:prstGeom prst="ellipse">
            <a:avLst/>
          </a:prstGeom>
          <a:solidFill>
            <a:srgbClr val="A3E635"/>
          </a:solidFill>
          <a:ln/>
        </p:spPr>
      </p:sp>
      <p:sp>
        <p:nvSpPr>
          <p:cNvPr id="13" name="Text 11"/>
          <p:cNvSpPr txBox="1"/>
          <p:nvPr/>
        </p:nvSpPr>
        <p:spPr>
          <a:xfrm>
            <a:off x="8503920" y="2816352"/>
            <a:ext cx="2651760" cy="384048"/>
          </a:xfrm>
          <a:prstGeom prst="rect">
            <a:avLst/>
          </a:prstGeom>
          <a:noFill/>
          <a:ln/>
        </p:spPr>
        <p:txBody>
          <a:bodyPr wrap="square" lIns="0" tIns="0" rIns="0" bIns="0" rtlCol="0" anchor="t"/>
          <a:lstStyle/>
          <a:p>
            <a:pPr algn="l" indent="0" marL="0">
              <a:lnSpc>
                <a:spcPct val="122000"/>
              </a:lnSpc>
              <a:buNone/>
            </a:pPr>
            <a:r>
              <a:rPr lang="en-US" sz="1800" b="1" dirty="0">
                <a:solidFill>
                  <a:srgbClr val="E9EDF7"/>
                </a:solidFill>
                <a:latin typeface="Arial" pitchFamily="34" charset="0"/>
                <a:ea typeface="Arial" pitchFamily="34" charset="-122"/>
                <a:cs typeface="Arial" pitchFamily="34" charset="-120"/>
              </a:rPr>
              <a:t>Verified hirer</a:t>
            </a:r>
            <a:endParaRPr lang="en-US" sz="1800" dirty="0"/>
          </a:p>
        </p:txBody>
      </p:sp>
      <p:sp>
        <p:nvSpPr>
          <p:cNvPr id="14" name="Text 12"/>
          <p:cNvSpPr txBox="1"/>
          <p:nvPr/>
        </p:nvSpPr>
        <p:spPr>
          <a:xfrm>
            <a:off x="8503920" y="3310128"/>
            <a:ext cx="2651760" cy="1005840"/>
          </a:xfrm>
          <a:prstGeom prst="rect">
            <a:avLst/>
          </a:prstGeom>
          <a:noFill/>
          <a:ln/>
        </p:spPr>
        <p:txBody>
          <a:bodyPr wrap="square" lIns="0" tIns="0" rIns="0" bIns="0" rtlCol="0" anchor="t"/>
          <a:lstStyle/>
          <a:p>
            <a:pPr algn="l" indent="0" marL="0">
              <a:lnSpc>
                <a:spcPct val="122000"/>
              </a:lnSpc>
              <a:buNone/>
            </a:pPr>
            <a:r>
              <a:rPr lang="en-US" sz="1350" dirty="0">
                <a:solidFill>
                  <a:srgbClr val="96A0B5"/>
                </a:solidFill>
                <a:latin typeface="Calibri" pitchFamily="34" charset="0"/>
                <a:ea typeface="Calibri" pitchFamily="34" charset="-122"/>
                <a:cs typeface="Calibri" pitchFamily="34" charset="-120"/>
              </a:rPr>
              <a:t>Aadhaar-backed trust badge as a subscription. Better response rates, priced for it.</a:t>
            </a:r>
            <a:endParaRPr lang="en-US" sz="1350" dirty="0"/>
          </a:p>
        </p:txBody>
      </p:sp>
      <p:sp>
        <p:nvSpPr>
          <p:cNvPr id="15" name="Shape 13"/>
          <p:cNvSpPr/>
          <p:nvPr/>
        </p:nvSpPr>
        <p:spPr>
          <a:xfrm>
            <a:off x="640080" y="4754880"/>
            <a:ext cx="10881360" cy="960120"/>
          </a:xfrm>
          <a:prstGeom prst="roundRect">
            <a:avLst>
              <a:gd name="adj" fmla="val 5714"/>
            </a:avLst>
          </a:prstGeom>
          <a:solidFill>
            <a:srgbClr val="0F1320"/>
          </a:solidFill>
          <a:ln w="12700">
            <a:solidFill>
              <a:srgbClr val="222A3D"/>
            </a:solidFill>
            <a:prstDash val="solid"/>
          </a:ln>
        </p:spPr>
      </p:sp>
      <p:sp>
        <p:nvSpPr>
          <p:cNvPr id="16" name="Text 14"/>
          <p:cNvSpPr txBox="1"/>
          <p:nvPr/>
        </p:nvSpPr>
        <p:spPr>
          <a:xfrm>
            <a:off x="1051560" y="4754880"/>
            <a:ext cx="10058400" cy="960120"/>
          </a:xfrm>
          <a:prstGeom prst="rect">
            <a:avLst/>
          </a:prstGeom>
          <a:noFill/>
          <a:ln/>
        </p:spPr>
        <p:txBody>
          <a:bodyPr wrap="square" lIns="0" tIns="0" rIns="0" bIns="0" rtlCol="0" anchor="ctr"/>
          <a:lstStyle/>
          <a:p>
            <a:pPr algn="l" indent="0" marL="0">
              <a:lnSpc>
                <a:spcPct val="122000"/>
              </a:lnSpc>
              <a:buNone/>
            </a:pPr>
            <a:r>
              <a:rPr lang="en-US" sz="1450" b="1" dirty="0">
                <a:solidFill>
                  <a:srgbClr val="A3E635"/>
                </a:solidFill>
                <a:latin typeface="Arial" pitchFamily="34" charset="0"/>
                <a:ea typeface="Arial" pitchFamily="34" charset="-122"/>
                <a:cs typeface="Arial" pitchFamily="34" charset="-120"/>
              </a:rPr>
              <a:t>Straight with you: </a:t>
            </a:r>
            <a:pPr algn="l" indent="0" marL="0">
              <a:lnSpc>
                <a:spcPct val="122000"/>
              </a:lnSpc>
              <a:buNone/>
            </a:pPr>
            <a:r>
              <a:rPr lang="en-US" sz="1450" dirty="0">
                <a:solidFill>
                  <a:srgbClr val="96A0B5"/>
                </a:solidFill>
                <a:latin typeface="Calibri" pitchFamily="34" charset="0"/>
                <a:ea typeface="Calibri" pitchFamily="34" charset="-122"/>
                <a:cs typeface="Calibri" pitchFamily="34" charset="-120"/>
              </a:rPr>
              <a:t>there is no payment rail today. Money changes hands off-platform. Escrow is the next build, not a footnote.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60A"/>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658368"/>
          </a:xfrm>
          <a:prstGeom prst="rect">
            <a:avLst/>
          </a:prstGeom>
          <a:noFill/>
          <a:ln/>
        </p:spPr>
        <p:txBody>
          <a:bodyPr wrap="square" lIns="0" tIns="0" rIns="0" bIns="0" rtlCol="0" anchor="ctr"/>
          <a:lstStyle/>
          <a:p>
            <a:pPr algn="l" indent="0" marL="0">
              <a:lnSpc>
                <a:spcPct val="122000"/>
              </a:lnSpc>
              <a:buNone/>
            </a:pPr>
            <a:r>
              <a:rPr lang="en-US" sz="3400" b="1" dirty="0">
                <a:solidFill>
                  <a:srgbClr val="E9EDF7"/>
                </a:solidFill>
                <a:latin typeface="Arial" pitchFamily="34" charset="0"/>
                <a:ea typeface="Arial" pitchFamily="34" charset="-122"/>
                <a:cs typeface="Arial" pitchFamily="34" charset="-120"/>
              </a:rPr>
              <a:t>What happens after this weekend</a:t>
            </a:r>
            <a:endParaRPr lang="en-US" sz="3400" dirty="0"/>
          </a:p>
        </p:txBody>
      </p:sp>
      <p:sp>
        <p:nvSpPr>
          <p:cNvPr id="3" name="Shape 1"/>
          <p:cNvSpPr/>
          <p:nvPr/>
        </p:nvSpPr>
        <p:spPr>
          <a:xfrm>
            <a:off x="640080" y="2103120"/>
            <a:ext cx="3383280" cy="2331720"/>
          </a:xfrm>
          <a:prstGeom prst="roundRect">
            <a:avLst>
              <a:gd name="adj" fmla="val 2353"/>
            </a:avLst>
          </a:prstGeom>
          <a:solidFill>
            <a:srgbClr val="0F1320"/>
          </a:solidFill>
          <a:ln w="12700">
            <a:solidFill>
              <a:srgbClr val="222A3D"/>
            </a:solidFill>
            <a:prstDash val="solid"/>
          </a:ln>
        </p:spPr>
      </p:sp>
      <p:sp>
        <p:nvSpPr>
          <p:cNvPr id="4" name="Text 2"/>
          <p:cNvSpPr txBox="1"/>
          <p:nvPr/>
        </p:nvSpPr>
        <p:spPr>
          <a:xfrm>
            <a:off x="1005840" y="2414016"/>
            <a:ext cx="2651760" cy="365760"/>
          </a:xfrm>
          <a:prstGeom prst="rect">
            <a:avLst/>
          </a:prstGeom>
          <a:noFill/>
          <a:ln/>
        </p:spPr>
        <p:txBody>
          <a:bodyPr wrap="square" lIns="0" tIns="0" rIns="0" bIns="0" rtlCol="0" anchor="ctr"/>
          <a:lstStyle/>
          <a:p>
            <a:pPr algn="l" indent="0" marL="0">
              <a:lnSpc>
                <a:spcPct val="122000"/>
              </a:lnSpc>
              <a:buNone/>
            </a:pPr>
            <a:r>
              <a:rPr lang="en-US" sz="1300" b="1" dirty="0">
                <a:solidFill>
                  <a:srgbClr val="22D3EE"/>
                </a:solidFill>
                <a:latin typeface="Courier New" pitchFamily="34" charset="0"/>
                <a:ea typeface="Courier New" pitchFamily="34" charset="-122"/>
                <a:cs typeface="Courier New" pitchFamily="34" charset="-120"/>
              </a:rPr>
              <a:t>NOW</a:t>
            </a:r>
            <a:endParaRPr lang="en-US" sz="1300" dirty="0"/>
          </a:p>
        </p:txBody>
      </p:sp>
      <p:sp>
        <p:nvSpPr>
          <p:cNvPr id="5" name="Text 3"/>
          <p:cNvSpPr txBox="1"/>
          <p:nvPr/>
        </p:nvSpPr>
        <p:spPr>
          <a:xfrm>
            <a:off x="1005840" y="2926080"/>
            <a:ext cx="2651760" cy="1280160"/>
          </a:xfrm>
          <a:prstGeom prst="rect">
            <a:avLst/>
          </a:prstGeom>
          <a:noFill/>
          <a:ln/>
        </p:spPr>
        <p:txBody>
          <a:bodyPr wrap="square" lIns="0" tIns="0" rIns="0" bIns="0" rtlCol="0" anchor="t"/>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Live prototype, deployed and seeded. The three-layer student gate is written and in the repo.</a:t>
            </a:r>
            <a:endParaRPr lang="en-US" sz="1400" dirty="0"/>
          </a:p>
        </p:txBody>
      </p:sp>
      <p:sp>
        <p:nvSpPr>
          <p:cNvPr id="6" name="Shape 4"/>
          <p:cNvSpPr/>
          <p:nvPr/>
        </p:nvSpPr>
        <p:spPr>
          <a:xfrm>
            <a:off x="4389120" y="2103120"/>
            <a:ext cx="3383280" cy="2331720"/>
          </a:xfrm>
          <a:prstGeom prst="roundRect">
            <a:avLst>
              <a:gd name="adj" fmla="val 2353"/>
            </a:avLst>
          </a:prstGeom>
          <a:solidFill>
            <a:srgbClr val="0F1320"/>
          </a:solidFill>
          <a:ln w="12700">
            <a:solidFill>
              <a:srgbClr val="222A3D"/>
            </a:solidFill>
            <a:prstDash val="solid"/>
          </a:ln>
        </p:spPr>
      </p:sp>
      <p:sp>
        <p:nvSpPr>
          <p:cNvPr id="7" name="Text 5"/>
          <p:cNvSpPr txBox="1"/>
          <p:nvPr/>
        </p:nvSpPr>
        <p:spPr>
          <a:xfrm>
            <a:off x="4754880" y="2414016"/>
            <a:ext cx="2651760" cy="365760"/>
          </a:xfrm>
          <a:prstGeom prst="rect">
            <a:avLst/>
          </a:prstGeom>
          <a:noFill/>
          <a:ln/>
        </p:spPr>
        <p:txBody>
          <a:bodyPr wrap="square" lIns="0" tIns="0" rIns="0" bIns="0" rtlCol="0" anchor="ctr"/>
          <a:lstStyle/>
          <a:p>
            <a:pPr algn="l" indent="0" marL="0">
              <a:lnSpc>
                <a:spcPct val="122000"/>
              </a:lnSpc>
              <a:buNone/>
            </a:pPr>
            <a:r>
              <a:rPr lang="en-US" sz="1300" b="1" dirty="0">
                <a:solidFill>
                  <a:srgbClr val="A78BFA"/>
                </a:solidFill>
                <a:latin typeface="Courier New" pitchFamily="34" charset="0"/>
                <a:ea typeface="Courier New" pitchFamily="34" charset="-122"/>
                <a:cs typeface="Courier New" pitchFamily="34" charset="-120"/>
              </a:rPr>
              <a:t>NEXT 30 DAYS</a:t>
            </a:r>
            <a:endParaRPr lang="en-US" sz="1300" dirty="0"/>
          </a:p>
        </p:txBody>
      </p:sp>
      <p:sp>
        <p:nvSpPr>
          <p:cNvPr id="8" name="Text 6"/>
          <p:cNvSpPr txBox="1"/>
          <p:nvPr/>
        </p:nvSpPr>
        <p:spPr>
          <a:xfrm>
            <a:off x="4754880" y="2926080"/>
            <a:ext cx="2651760" cy="1280160"/>
          </a:xfrm>
          <a:prstGeom prst="rect">
            <a:avLst/>
          </a:prstGeom>
          <a:noFill/>
          <a:ln/>
        </p:spPr>
        <p:txBody>
          <a:bodyPr wrap="square" lIns="0" tIns="0" rIns="0" bIns="0" rtlCol="0" anchor="t"/>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Google sign-in switched on. First 50 students, 20 hirers, real gigs. UPI escrow.</a:t>
            </a:r>
            <a:endParaRPr lang="en-US" sz="1400" dirty="0"/>
          </a:p>
        </p:txBody>
      </p:sp>
      <p:sp>
        <p:nvSpPr>
          <p:cNvPr id="9" name="Shape 7"/>
          <p:cNvSpPr/>
          <p:nvPr/>
        </p:nvSpPr>
        <p:spPr>
          <a:xfrm>
            <a:off x="8138160" y="2103120"/>
            <a:ext cx="3383280" cy="2331720"/>
          </a:xfrm>
          <a:prstGeom prst="roundRect">
            <a:avLst>
              <a:gd name="adj" fmla="val 2353"/>
            </a:avLst>
          </a:prstGeom>
          <a:solidFill>
            <a:srgbClr val="0F1320"/>
          </a:solidFill>
          <a:ln w="12700">
            <a:solidFill>
              <a:srgbClr val="222A3D"/>
            </a:solidFill>
            <a:prstDash val="solid"/>
          </a:ln>
        </p:spPr>
      </p:sp>
      <p:sp>
        <p:nvSpPr>
          <p:cNvPr id="10" name="Text 8"/>
          <p:cNvSpPr txBox="1"/>
          <p:nvPr/>
        </p:nvSpPr>
        <p:spPr>
          <a:xfrm>
            <a:off x="8503920" y="2414016"/>
            <a:ext cx="2651760" cy="365760"/>
          </a:xfrm>
          <a:prstGeom prst="rect">
            <a:avLst/>
          </a:prstGeom>
          <a:noFill/>
          <a:ln/>
        </p:spPr>
        <p:txBody>
          <a:bodyPr wrap="square" lIns="0" tIns="0" rIns="0" bIns="0" rtlCol="0" anchor="ctr"/>
          <a:lstStyle/>
          <a:p>
            <a:pPr algn="l" indent="0" marL="0">
              <a:lnSpc>
                <a:spcPct val="122000"/>
              </a:lnSpc>
              <a:buNone/>
            </a:pPr>
            <a:r>
              <a:rPr lang="en-US" sz="1300" b="1" dirty="0">
                <a:solidFill>
                  <a:srgbClr val="A3E635"/>
                </a:solidFill>
                <a:latin typeface="Courier New" pitchFamily="34" charset="0"/>
                <a:ea typeface="Courier New" pitchFamily="34" charset="-122"/>
                <a:cs typeface="Courier New" pitchFamily="34" charset="-120"/>
              </a:rPr>
              <a:t>AFTER THAT</a:t>
            </a:r>
            <a:endParaRPr lang="en-US" sz="1300" dirty="0"/>
          </a:p>
        </p:txBody>
      </p:sp>
      <p:sp>
        <p:nvSpPr>
          <p:cNvPr id="11" name="Text 9"/>
          <p:cNvSpPr txBox="1"/>
          <p:nvPr/>
        </p:nvSpPr>
        <p:spPr>
          <a:xfrm>
            <a:off x="8503920" y="2926080"/>
            <a:ext cx="2651760" cy="1280160"/>
          </a:xfrm>
          <a:prstGeom prst="rect">
            <a:avLst/>
          </a:prstGeom>
          <a:noFill/>
          <a:ln/>
        </p:spPr>
        <p:txBody>
          <a:bodyPr wrap="square" lIns="0" tIns="0" rIns="0" bIns="0" rtlCol="0" anchor="t"/>
          <a:lstStyle/>
          <a:p>
            <a:pPr algn="l" indent="0" marL="0">
              <a:lnSpc>
                <a:spcPct val="122000"/>
              </a:lnSpc>
              <a:buNone/>
            </a:pPr>
            <a:r>
              <a:rPr lang="en-US" sz="1400" dirty="0">
                <a:solidFill>
                  <a:srgbClr val="96A0B5"/>
                </a:solidFill>
                <a:latin typeface="Calibri" pitchFamily="34" charset="0"/>
                <a:ea typeface="Calibri" pitchFamily="34" charset="-122"/>
                <a:cs typeface="Calibri" pitchFamily="34" charset="-120"/>
              </a:rPr>
              <a:t>Second campus. Aadhaar trust badge. Native mobile app.</a:t>
            </a:r>
            <a:endParaRPr lang="en-US" sz="1400" dirty="0"/>
          </a:p>
        </p:txBody>
      </p:sp>
      <p:sp>
        <p:nvSpPr>
          <p:cNvPr id="12" name="Shape 10"/>
          <p:cNvSpPr/>
          <p:nvPr/>
        </p:nvSpPr>
        <p:spPr>
          <a:xfrm>
            <a:off x="640080" y="4754880"/>
            <a:ext cx="10881360" cy="960120"/>
          </a:xfrm>
          <a:prstGeom prst="roundRect">
            <a:avLst>
              <a:gd name="adj" fmla="val 5714"/>
            </a:avLst>
          </a:prstGeom>
          <a:solidFill>
            <a:srgbClr val="0F1320"/>
          </a:solidFill>
          <a:ln w="12700">
            <a:solidFill>
              <a:srgbClr val="222A3D"/>
            </a:solidFill>
            <a:prstDash val="solid"/>
          </a:ln>
        </p:spPr>
      </p:sp>
      <p:sp>
        <p:nvSpPr>
          <p:cNvPr id="13" name="Text 11"/>
          <p:cNvSpPr txBox="1"/>
          <p:nvPr/>
        </p:nvSpPr>
        <p:spPr>
          <a:xfrm>
            <a:off x="1051560" y="4754880"/>
            <a:ext cx="10058400" cy="960120"/>
          </a:xfrm>
          <a:prstGeom prst="rect">
            <a:avLst/>
          </a:prstGeom>
          <a:noFill/>
          <a:ln/>
        </p:spPr>
        <p:txBody>
          <a:bodyPr wrap="square" lIns="0" tIns="0" rIns="0" bIns="0" rtlCol="0" anchor="ctr"/>
          <a:lstStyle/>
          <a:p>
            <a:pPr algn="l" indent="0" marL="0">
              <a:lnSpc>
                <a:spcPct val="122000"/>
              </a:lnSpc>
              <a:buNone/>
            </a:pPr>
            <a:r>
              <a:rPr lang="en-US" sz="1550" dirty="0">
                <a:solidFill>
                  <a:srgbClr val="E9EDF7"/>
                </a:solidFill>
                <a:latin typeface="Calibri" pitchFamily="34" charset="0"/>
                <a:ea typeface="Calibri" pitchFamily="34" charset="-122"/>
                <a:cs typeface="Calibri" pitchFamily="34" charset="-120"/>
              </a:rPr>
              <a:t>The hard part — proving only the right people can claim work — is already done.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60A"/>
        </a:solidFill>
      </p:bgPr>
    </p:bg>
    <p:spTree>
      <p:nvGrpSpPr>
        <p:cNvPr id="1" name=""/>
        <p:cNvGrpSpPr/>
        <p:nvPr/>
      </p:nvGrpSpPr>
      <p:grpSpPr>
        <a:xfrm>
          <a:off x="0" y="0"/>
          <a:ext cx="0" cy="0"/>
          <a:chOff x="0" y="0"/>
          <a:chExt cx="0" cy="0"/>
        </a:xfrm>
      </p:grpSpPr>
      <p:sp>
        <p:nvSpPr>
          <p:cNvPr id="2" name="Shape 0"/>
          <p:cNvSpPr/>
          <p:nvPr/>
        </p:nvSpPr>
        <p:spPr>
          <a:xfrm>
            <a:off x="502920" y="457200"/>
            <a:ext cx="32004" cy="32004"/>
          </a:xfrm>
          <a:prstGeom prst="ellipse">
            <a:avLst/>
          </a:prstGeom>
          <a:solidFill>
            <a:srgbClr val="222A3D"/>
          </a:solidFill>
          <a:ln/>
        </p:spPr>
      </p:sp>
      <p:sp>
        <p:nvSpPr>
          <p:cNvPr id="3" name="Shape 1"/>
          <p:cNvSpPr/>
          <p:nvPr/>
        </p:nvSpPr>
        <p:spPr>
          <a:xfrm>
            <a:off x="502920" y="914400"/>
            <a:ext cx="32004" cy="32004"/>
          </a:xfrm>
          <a:prstGeom prst="ellipse">
            <a:avLst/>
          </a:prstGeom>
          <a:solidFill>
            <a:srgbClr val="222A3D"/>
          </a:solidFill>
          <a:ln/>
        </p:spPr>
      </p:sp>
      <p:sp>
        <p:nvSpPr>
          <p:cNvPr id="4" name="Shape 2"/>
          <p:cNvSpPr/>
          <p:nvPr/>
        </p:nvSpPr>
        <p:spPr>
          <a:xfrm>
            <a:off x="502920" y="1371600"/>
            <a:ext cx="32004" cy="32004"/>
          </a:xfrm>
          <a:prstGeom prst="ellipse">
            <a:avLst/>
          </a:prstGeom>
          <a:solidFill>
            <a:srgbClr val="222A3D"/>
          </a:solidFill>
          <a:ln/>
        </p:spPr>
      </p:sp>
      <p:sp>
        <p:nvSpPr>
          <p:cNvPr id="5" name="Shape 3"/>
          <p:cNvSpPr/>
          <p:nvPr/>
        </p:nvSpPr>
        <p:spPr>
          <a:xfrm>
            <a:off x="502920" y="1828800"/>
            <a:ext cx="32004" cy="32004"/>
          </a:xfrm>
          <a:prstGeom prst="ellipse">
            <a:avLst/>
          </a:prstGeom>
          <a:solidFill>
            <a:srgbClr val="222A3D"/>
          </a:solidFill>
          <a:ln/>
        </p:spPr>
      </p:sp>
      <p:sp>
        <p:nvSpPr>
          <p:cNvPr id="6" name="Shape 4"/>
          <p:cNvSpPr/>
          <p:nvPr/>
        </p:nvSpPr>
        <p:spPr>
          <a:xfrm>
            <a:off x="502920" y="2286000"/>
            <a:ext cx="32004" cy="32004"/>
          </a:xfrm>
          <a:prstGeom prst="ellipse">
            <a:avLst/>
          </a:prstGeom>
          <a:solidFill>
            <a:srgbClr val="222A3D"/>
          </a:solidFill>
          <a:ln/>
        </p:spPr>
      </p:sp>
      <p:sp>
        <p:nvSpPr>
          <p:cNvPr id="7" name="Shape 5"/>
          <p:cNvSpPr/>
          <p:nvPr/>
        </p:nvSpPr>
        <p:spPr>
          <a:xfrm>
            <a:off x="502920" y="2743200"/>
            <a:ext cx="32004" cy="32004"/>
          </a:xfrm>
          <a:prstGeom prst="ellipse">
            <a:avLst/>
          </a:prstGeom>
          <a:solidFill>
            <a:srgbClr val="222A3D"/>
          </a:solidFill>
          <a:ln/>
        </p:spPr>
      </p:sp>
      <p:sp>
        <p:nvSpPr>
          <p:cNvPr id="8" name="Shape 6"/>
          <p:cNvSpPr/>
          <p:nvPr/>
        </p:nvSpPr>
        <p:spPr>
          <a:xfrm>
            <a:off x="502920" y="3200400"/>
            <a:ext cx="32004" cy="32004"/>
          </a:xfrm>
          <a:prstGeom prst="ellipse">
            <a:avLst/>
          </a:prstGeom>
          <a:solidFill>
            <a:srgbClr val="222A3D"/>
          </a:solidFill>
          <a:ln/>
        </p:spPr>
      </p:sp>
      <p:sp>
        <p:nvSpPr>
          <p:cNvPr id="9" name="Shape 7"/>
          <p:cNvSpPr/>
          <p:nvPr/>
        </p:nvSpPr>
        <p:spPr>
          <a:xfrm>
            <a:off x="502920" y="3657600"/>
            <a:ext cx="32004" cy="32004"/>
          </a:xfrm>
          <a:prstGeom prst="ellipse">
            <a:avLst/>
          </a:prstGeom>
          <a:solidFill>
            <a:srgbClr val="222A3D"/>
          </a:solidFill>
          <a:ln/>
        </p:spPr>
      </p:sp>
      <p:sp>
        <p:nvSpPr>
          <p:cNvPr id="10" name="Shape 8"/>
          <p:cNvSpPr/>
          <p:nvPr/>
        </p:nvSpPr>
        <p:spPr>
          <a:xfrm>
            <a:off x="502920" y="4114800"/>
            <a:ext cx="32004" cy="32004"/>
          </a:xfrm>
          <a:prstGeom prst="ellipse">
            <a:avLst/>
          </a:prstGeom>
          <a:solidFill>
            <a:srgbClr val="222A3D"/>
          </a:solidFill>
          <a:ln/>
        </p:spPr>
      </p:sp>
      <p:sp>
        <p:nvSpPr>
          <p:cNvPr id="11" name="Shape 9"/>
          <p:cNvSpPr/>
          <p:nvPr/>
        </p:nvSpPr>
        <p:spPr>
          <a:xfrm>
            <a:off x="502920" y="4572000"/>
            <a:ext cx="32004" cy="32004"/>
          </a:xfrm>
          <a:prstGeom prst="ellipse">
            <a:avLst/>
          </a:prstGeom>
          <a:solidFill>
            <a:srgbClr val="222A3D"/>
          </a:solidFill>
          <a:ln/>
        </p:spPr>
      </p:sp>
      <p:sp>
        <p:nvSpPr>
          <p:cNvPr id="12" name="Shape 10"/>
          <p:cNvSpPr/>
          <p:nvPr/>
        </p:nvSpPr>
        <p:spPr>
          <a:xfrm>
            <a:off x="502920" y="5029200"/>
            <a:ext cx="32004" cy="32004"/>
          </a:xfrm>
          <a:prstGeom prst="ellipse">
            <a:avLst/>
          </a:prstGeom>
          <a:solidFill>
            <a:srgbClr val="222A3D"/>
          </a:solidFill>
          <a:ln/>
        </p:spPr>
      </p:sp>
      <p:sp>
        <p:nvSpPr>
          <p:cNvPr id="13" name="Shape 11"/>
          <p:cNvSpPr/>
          <p:nvPr/>
        </p:nvSpPr>
        <p:spPr>
          <a:xfrm>
            <a:off x="502920" y="5486400"/>
            <a:ext cx="32004" cy="32004"/>
          </a:xfrm>
          <a:prstGeom prst="ellipse">
            <a:avLst/>
          </a:prstGeom>
          <a:solidFill>
            <a:srgbClr val="222A3D"/>
          </a:solidFill>
          <a:ln/>
        </p:spPr>
      </p:sp>
      <p:sp>
        <p:nvSpPr>
          <p:cNvPr id="14" name="Shape 12"/>
          <p:cNvSpPr/>
          <p:nvPr/>
        </p:nvSpPr>
        <p:spPr>
          <a:xfrm>
            <a:off x="502920" y="5943600"/>
            <a:ext cx="32004" cy="32004"/>
          </a:xfrm>
          <a:prstGeom prst="ellipse">
            <a:avLst/>
          </a:prstGeom>
          <a:solidFill>
            <a:srgbClr val="222A3D"/>
          </a:solidFill>
          <a:ln/>
        </p:spPr>
      </p:sp>
      <p:sp>
        <p:nvSpPr>
          <p:cNvPr id="15" name="Shape 13"/>
          <p:cNvSpPr/>
          <p:nvPr/>
        </p:nvSpPr>
        <p:spPr>
          <a:xfrm>
            <a:off x="960120" y="457200"/>
            <a:ext cx="32004" cy="32004"/>
          </a:xfrm>
          <a:prstGeom prst="ellipse">
            <a:avLst/>
          </a:prstGeom>
          <a:solidFill>
            <a:srgbClr val="222A3D"/>
          </a:solidFill>
          <a:ln/>
        </p:spPr>
      </p:sp>
      <p:sp>
        <p:nvSpPr>
          <p:cNvPr id="16" name="Shape 14"/>
          <p:cNvSpPr/>
          <p:nvPr/>
        </p:nvSpPr>
        <p:spPr>
          <a:xfrm>
            <a:off x="960120" y="914400"/>
            <a:ext cx="32004" cy="32004"/>
          </a:xfrm>
          <a:prstGeom prst="ellipse">
            <a:avLst/>
          </a:prstGeom>
          <a:solidFill>
            <a:srgbClr val="222A3D"/>
          </a:solidFill>
          <a:ln/>
        </p:spPr>
      </p:sp>
      <p:sp>
        <p:nvSpPr>
          <p:cNvPr id="17" name="Shape 15"/>
          <p:cNvSpPr/>
          <p:nvPr/>
        </p:nvSpPr>
        <p:spPr>
          <a:xfrm>
            <a:off x="960120" y="1371600"/>
            <a:ext cx="32004" cy="32004"/>
          </a:xfrm>
          <a:prstGeom prst="ellipse">
            <a:avLst/>
          </a:prstGeom>
          <a:solidFill>
            <a:srgbClr val="222A3D"/>
          </a:solidFill>
          <a:ln/>
        </p:spPr>
      </p:sp>
      <p:sp>
        <p:nvSpPr>
          <p:cNvPr id="18" name="Shape 16"/>
          <p:cNvSpPr/>
          <p:nvPr/>
        </p:nvSpPr>
        <p:spPr>
          <a:xfrm>
            <a:off x="960120" y="1828800"/>
            <a:ext cx="32004" cy="32004"/>
          </a:xfrm>
          <a:prstGeom prst="ellipse">
            <a:avLst/>
          </a:prstGeom>
          <a:solidFill>
            <a:srgbClr val="222A3D"/>
          </a:solidFill>
          <a:ln/>
        </p:spPr>
      </p:sp>
      <p:sp>
        <p:nvSpPr>
          <p:cNvPr id="19" name="Shape 17"/>
          <p:cNvSpPr/>
          <p:nvPr/>
        </p:nvSpPr>
        <p:spPr>
          <a:xfrm>
            <a:off x="960120" y="2286000"/>
            <a:ext cx="32004" cy="32004"/>
          </a:xfrm>
          <a:prstGeom prst="ellipse">
            <a:avLst/>
          </a:prstGeom>
          <a:solidFill>
            <a:srgbClr val="222A3D"/>
          </a:solidFill>
          <a:ln/>
        </p:spPr>
      </p:sp>
      <p:sp>
        <p:nvSpPr>
          <p:cNvPr id="20" name="Shape 18"/>
          <p:cNvSpPr/>
          <p:nvPr/>
        </p:nvSpPr>
        <p:spPr>
          <a:xfrm>
            <a:off x="960120" y="2743200"/>
            <a:ext cx="32004" cy="32004"/>
          </a:xfrm>
          <a:prstGeom prst="ellipse">
            <a:avLst/>
          </a:prstGeom>
          <a:solidFill>
            <a:srgbClr val="222A3D"/>
          </a:solidFill>
          <a:ln/>
        </p:spPr>
      </p:sp>
      <p:sp>
        <p:nvSpPr>
          <p:cNvPr id="21" name="Shape 19"/>
          <p:cNvSpPr/>
          <p:nvPr/>
        </p:nvSpPr>
        <p:spPr>
          <a:xfrm>
            <a:off x="960120" y="3200400"/>
            <a:ext cx="32004" cy="32004"/>
          </a:xfrm>
          <a:prstGeom prst="ellipse">
            <a:avLst/>
          </a:prstGeom>
          <a:solidFill>
            <a:srgbClr val="222A3D"/>
          </a:solidFill>
          <a:ln/>
        </p:spPr>
      </p:sp>
      <p:sp>
        <p:nvSpPr>
          <p:cNvPr id="22" name="Shape 20"/>
          <p:cNvSpPr/>
          <p:nvPr/>
        </p:nvSpPr>
        <p:spPr>
          <a:xfrm>
            <a:off x="960120" y="3657600"/>
            <a:ext cx="32004" cy="32004"/>
          </a:xfrm>
          <a:prstGeom prst="ellipse">
            <a:avLst/>
          </a:prstGeom>
          <a:solidFill>
            <a:srgbClr val="222A3D"/>
          </a:solidFill>
          <a:ln/>
        </p:spPr>
      </p:sp>
      <p:sp>
        <p:nvSpPr>
          <p:cNvPr id="23" name="Shape 21"/>
          <p:cNvSpPr/>
          <p:nvPr/>
        </p:nvSpPr>
        <p:spPr>
          <a:xfrm>
            <a:off x="960120" y="4114800"/>
            <a:ext cx="32004" cy="32004"/>
          </a:xfrm>
          <a:prstGeom prst="ellipse">
            <a:avLst/>
          </a:prstGeom>
          <a:solidFill>
            <a:srgbClr val="222A3D"/>
          </a:solidFill>
          <a:ln/>
        </p:spPr>
      </p:sp>
      <p:sp>
        <p:nvSpPr>
          <p:cNvPr id="24" name="Shape 22"/>
          <p:cNvSpPr/>
          <p:nvPr/>
        </p:nvSpPr>
        <p:spPr>
          <a:xfrm>
            <a:off x="960120" y="4572000"/>
            <a:ext cx="32004" cy="32004"/>
          </a:xfrm>
          <a:prstGeom prst="ellipse">
            <a:avLst/>
          </a:prstGeom>
          <a:solidFill>
            <a:srgbClr val="222A3D"/>
          </a:solidFill>
          <a:ln/>
        </p:spPr>
      </p:sp>
      <p:sp>
        <p:nvSpPr>
          <p:cNvPr id="25" name="Shape 23"/>
          <p:cNvSpPr/>
          <p:nvPr/>
        </p:nvSpPr>
        <p:spPr>
          <a:xfrm>
            <a:off x="960120" y="5029200"/>
            <a:ext cx="32004" cy="32004"/>
          </a:xfrm>
          <a:prstGeom prst="ellipse">
            <a:avLst/>
          </a:prstGeom>
          <a:solidFill>
            <a:srgbClr val="222A3D"/>
          </a:solidFill>
          <a:ln/>
        </p:spPr>
      </p:sp>
      <p:sp>
        <p:nvSpPr>
          <p:cNvPr id="26" name="Shape 24"/>
          <p:cNvSpPr/>
          <p:nvPr/>
        </p:nvSpPr>
        <p:spPr>
          <a:xfrm>
            <a:off x="960120" y="5486400"/>
            <a:ext cx="32004" cy="32004"/>
          </a:xfrm>
          <a:prstGeom prst="ellipse">
            <a:avLst/>
          </a:prstGeom>
          <a:solidFill>
            <a:srgbClr val="222A3D"/>
          </a:solidFill>
          <a:ln/>
        </p:spPr>
      </p:sp>
      <p:sp>
        <p:nvSpPr>
          <p:cNvPr id="27" name="Shape 25"/>
          <p:cNvSpPr/>
          <p:nvPr/>
        </p:nvSpPr>
        <p:spPr>
          <a:xfrm>
            <a:off x="960120" y="5943600"/>
            <a:ext cx="32004" cy="32004"/>
          </a:xfrm>
          <a:prstGeom prst="ellipse">
            <a:avLst/>
          </a:prstGeom>
          <a:solidFill>
            <a:srgbClr val="222A3D"/>
          </a:solidFill>
          <a:ln/>
        </p:spPr>
      </p:sp>
      <p:sp>
        <p:nvSpPr>
          <p:cNvPr id="28" name="Shape 26"/>
          <p:cNvSpPr/>
          <p:nvPr/>
        </p:nvSpPr>
        <p:spPr>
          <a:xfrm>
            <a:off x="1417320" y="457200"/>
            <a:ext cx="32004" cy="32004"/>
          </a:xfrm>
          <a:prstGeom prst="ellipse">
            <a:avLst/>
          </a:prstGeom>
          <a:solidFill>
            <a:srgbClr val="222A3D"/>
          </a:solidFill>
          <a:ln/>
        </p:spPr>
      </p:sp>
      <p:sp>
        <p:nvSpPr>
          <p:cNvPr id="29" name="Shape 27"/>
          <p:cNvSpPr/>
          <p:nvPr/>
        </p:nvSpPr>
        <p:spPr>
          <a:xfrm>
            <a:off x="1417320" y="914400"/>
            <a:ext cx="32004" cy="32004"/>
          </a:xfrm>
          <a:prstGeom prst="ellipse">
            <a:avLst/>
          </a:prstGeom>
          <a:solidFill>
            <a:srgbClr val="222A3D"/>
          </a:solidFill>
          <a:ln/>
        </p:spPr>
      </p:sp>
      <p:sp>
        <p:nvSpPr>
          <p:cNvPr id="30" name="Shape 28"/>
          <p:cNvSpPr/>
          <p:nvPr/>
        </p:nvSpPr>
        <p:spPr>
          <a:xfrm>
            <a:off x="1417320" y="1371600"/>
            <a:ext cx="32004" cy="32004"/>
          </a:xfrm>
          <a:prstGeom prst="ellipse">
            <a:avLst/>
          </a:prstGeom>
          <a:solidFill>
            <a:srgbClr val="222A3D"/>
          </a:solidFill>
          <a:ln/>
        </p:spPr>
      </p:sp>
      <p:sp>
        <p:nvSpPr>
          <p:cNvPr id="31" name="Shape 29"/>
          <p:cNvSpPr/>
          <p:nvPr/>
        </p:nvSpPr>
        <p:spPr>
          <a:xfrm>
            <a:off x="1417320" y="1828800"/>
            <a:ext cx="32004" cy="32004"/>
          </a:xfrm>
          <a:prstGeom prst="ellipse">
            <a:avLst/>
          </a:prstGeom>
          <a:solidFill>
            <a:srgbClr val="222A3D"/>
          </a:solidFill>
          <a:ln/>
        </p:spPr>
      </p:sp>
      <p:sp>
        <p:nvSpPr>
          <p:cNvPr id="32" name="Shape 30"/>
          <p:cNvSpPr/>
          <p:nvPr/>
        </p:nvSpPr>
        <p:spPr>
          <a:xfrm>
            <a:off x="1417320" y="2286000"/>
            <a:ext cx="32004" cy="32004"/>
          </a:xfrm>
          <a:prstGeom prst="ellipse">
            <a:avLst/>
          </a:prstGeom>
          <a:solidFill>
            <a:srgbClr val="222A3D"/>
          </a:solidFill>
          <a:ln/>
        </p:spPr>
      </p:sp>
      <p:sp>
        <p:nvSpPr>
          <p:cNvPr id="33" name="Shape 31"/>
          <p:cNvSpPr/>
          <p:nvPr/>
        </p:nvSpPr>
        <p:spPr>
          <a:xfrm>
            <a:off x="1417320" y="2743200"/>
            <a:ext cx="32004" cy="32004"/>
          </a:xfrm>
          <a:prstGeom prst="ellipse">
            <a:avLst/>
          </a:prstGeom>
          <a:solidFill>
            <a:srgbClr val="222A3D"/>
          </a:solidFill>
          <a:ln/>
        </p:spPr>
      </p:sp>
      <p:sp>
        <p:nvSpPr>
          <p:cNvPr id="34" name="Shape 32"/>
          <p:cNvSpPr/>
          <p:nvPr/>
        </p:nvSpPr>
        <p:spPr>
          <a:xfrm>
            <a:off x="1417320" y="3200400"/>
            <a:ext cx="32004" cy="32004"/>
          </a:xfrm>
          <a:prstGeom prst="ellipse">
            <a:avLst/>
          </a:prstGeom>
          <a:solidFill>
            <a:srgbClr val="222A3D"/>
          </a:solidFill>
          <a:ln/>
        </p:spPr>
      </p:sp>
      <p:sp>
        <p:nvSpPr>
          <p:cNvPr id="35" name="Shape 33"/>
          <p:cNvSpPr/>
          <p:nvPr/>
        </p:nvSpPr>
        <p:spPr>
          <a:xfrm>
            <a:off x="1417320" y="3657600"/>
            <a:ext cx="32004" cy="32004"/>
          </a:xfrm>
          <a:prstGeom prst="ellipse">
            <a:avLst/>
          </a:prstGeom>
          <a:solidFill>
            <a:srgbClr val="222A3D"/>
          </a:solidFill>
          <a:ln/>
        </p:spPr>
      </p:sp>
      <p:sp>
        <p:nvSpPr>
          <p:cNvPr id="36" name="Shape 34"/>
          <p:cNvSpPr/>
          <p:nvPr/>
        </p:nvSpPr>
        <p:spPr>
          <a:xfrm>
            <a:off x="1417320" y="4114800"/>
            <a:ext cx="32004" cy="32004"/>
          </a:xfrm>
          <a:prstGeom prst="ellipse">
            <a:avLst/>
          </a:prstGeom>
          <a:solidFill>
            <a:srgbClr val="222A3D"/>
          </a:solidFill>
          <a:ln/>
        </p:spPr>
      </p:sp>
      <p:sp>
        <p:nvSpPr>
          <p:cNvPr id="37" name="Shape 35"/>
          <p:cNvSpPr/>
          <p:nvPr/>
        </p:nvSpPr>
        <p:spPr>
          <a:xfrm>
            <a:off x="1417320" y="4572000"/>
            <a:ext cx="32004" cy="32004"/>
          </a:xfrm>
          <a:prstGeom prst="ellipse">
            <a:avLst/>
          </a:prstGeom>
          <a:solidFill>
            <a:srgbClr val="222A3D"/>
          </a:solidFill>
          <a:ln/>
        </p:spPr>
      </p:sp>
      <p:sp>
        <p:nvSpPr>
          <p:cNvPr id="38" name="Shape 36"/>
          <p:cNvSpPr/>
          <p:nvPr/>
        </p:nvSpPr>
        <p:spPr>
          <a:xfrm>
            <a:off x="1417320" y="5029200"/>
            <a:ext cx="32004" cy="32004"/>
          </a:xfrm>
          <a:prstGeom prst="ellipse">
            <a:avLst/>
          </a:prstGeom>
          <a:solidFill>
            <a:srgbClr val="222A3D"/>
          </a:solidFill>
          <a:ln/>
        </p:spPr>
      </p:sp>
      <p:sp>
        <p:nvSpPr>
          <p:cNvPr id="39" name="Shape 37"/>
          <p:cNvSpPr/>
          <p:nvPr/>
        </p:nvSpPr>
        <p:spPr>
          <a:xfrm>
            <a:off x="1417320" y="5486400"/>
            <a:ext cx="32004" cy="32004"/>
          </a:xfrm>
          <a:prstGeom prst="ellipse">
            <a:avLst/>
          </a:prstGeom>
          <a:solidFill>
            <a:srgbClr val="222A3D"/>
          </a:solidFill>
          <a:ln/>
        </p:spPr>
      </p:sp>
      <p:sp>
        <p:nvSpPr>
          <p:cNvPr id="40" name="Shape 38"/>
          <p:cNvSpPr/>
          <p:nvPr/>
        </p:nvSpPr>
        <p:spPr>
          <a:xfrm>
            <a:off x="1417320" y="5943600"/>
            <a:ext cx="32004" cy="32004"/>
          </a:xfrm>
          <a:prstGeom prst="ellipse">
            <a:avLst/>
          </a:prstGeom>
          <a:solidFill>
            <a:srgbClr val="222A3D"/>
          </a:solidFill>
          <a:ln/>
        </p:spPr>
      </p:sp>
      <p:sp>
        <p:nvSpPr>
          <p:cNvPr id="41" name="Shape 39"/>
          <p:cNvSpPr/>
          <p:nvPr/>
        </p:nvSpPr>
        <p:spPr>
          <a:xfrm>
            <a:off x="1874520" y="457200"/>
            <a:ext cx="32004" cy="32004"/>
          </a:xfrm>
          <a:prstGeom prst="ellipse">
            <a:avLst/>
          </a:prstGeom>
          <a:solidFill>
            <a:srgbClr val="222A3D"/>
          </a:solidFill>
          <a:ln/>
        </p:spPr>
      </p:sp>
      <p:sp>
        <p:nvSpPr>
          <p:cNvPr id="42" name="Shape 40"/>
          <p:cNvSpPr/>
          <p:nvPr/>
        </p:nvSpPr>
        <p:spPr>
          <a:xfrm>
            <a:off x="1874520" y="914400"/>
            <a:ext cx="32004" cy="32004"/>
          </a:xfrm>
          <a:prstGeom prst="ellipse">
            <a:avLst/>
          </a:prstGeom>
          <a:solidFill>
            <a:srgbClr val="222A3D"/>
          </a:solidFill>
          <a:ln/>
        </p:spPr>
      </p:sp>
      <p:sp>
        <p:nvSpPr>
          <p:cNvPr id="43" name="Shape 41"/>
          <p:cNvSpPr/>
          <p:nvPr/>
        </p:nvSpPr>
        <p:spPr>
          <a:xfrm>
            <a:off x="1874520" y="1371600"/>
            <a:ext cx="32004" cy="32004"/>
          </a:xfrm>
          <a:prstGeom prst="ellipse">
            <a:avLst/>
          </a:prstGeom>
          <a:solidFill>
            <a:srgbClr val="222A3D"/>
          </a:solidFill>
          <a:ln/>
        </p:spPr>
      </p:sp>
      <p:sp>
        <p:nvSpPr>
          <p:cNvPr id="44" name="Shape 42"/>
          <p:cNvSpPr/>
          <p:nvPr/>
        </p:nvSpPr>
        <p:spPr>
          <a:xfrm>
            <a:off x="1874520" y="1828800"/>
            <a:ext cx="32004" cy="32004"/>
          </a:xfrm>
          <a:prstGeom prst="ellipse">
            <a:avLst/>
          </a:prstGeom>
          <a:solidFill>
            <a:srgbClr val="222A3D"/>
          </a:solidFill>
          <a:ln/>
        </p:spPr>
      </p:sp>
      <p:sp>
        <p:nvSpPr>
          <p:cNvPr id="45" name="Shape 43"/>
          <p:cNvSpPr/>
          <p:nvPr/>
        </p:nvSpPr>
        <p:spPr>
          <a:xfrm>
            <a:off x="1874520" y="2286000"/>
            <a:ext cx="32004" cy="32004"/>
          </a:xfrm>
          <a:prstGeom prst="ellipse">
            <a:avLst/>
          </a:prstGeom>
          <a:solidFill>
            <a:srgbClr val="222A3D"/>
          </a:solidFill>
          <a:ln/>
        </p:spPr>
      </p:sp>
      <p:sp>
        <p:nvSpPr>
          <p:cNvPr id="46" name="Shape 44"/>
          <p:cNvSpPr/>
          <p:nvPr/>
        </p:nvSpPr>
        <p:spPr>
          <a:xfrm>
            <a:off x="1874520" y="2743200"/>
            <a:ext cx="32004" cy="32004"/>
          </a:xfrm>
          <a:prstGeom prst="ellipse">
            <a:avLst/>
          </a:prstGeom>
          <a:solidFill>
            <a:srgbClr val="222A3D"/>
          </a:solidFill>
          <a:ln/>
        </p:spPr>
      </p:sp>
      <p:sp>
        <p:nvSpPr>
          <p:cNvPr id="47" name="Shape 45"/>
          <p:cNvSpPr/>
          <p:nvPr/>
        </p:nvSpPr>
        <p:spPr>
          <a:xfrm>
            <a:off x="1874520" y="3200400"/>
            <a:ext cx="32004" cy="32004"/>
          </a:xfrm>
          <a:prstGeom prst="ellipse">
            <a:avLst/>
          </a:prstGeom>
          <a:solidFill>
            <a:srgbClr val="222A3D"/>
          </a:solidFill>
          <a:ln/>
        </p:spPr>
      </p:sp>
      <p:sp>
        <p:nvSpPr>
          <p:cNvPr id="48" name="Shape 46"/>
          <p:cNvSpPr/>
          <p:nvPr/>
        </p:nvSpPr>
        <p:spPr>
          <a:xfrm>
            <a:off x="1874520" y="3657600"/>
            <a:ext cx="32004" cy="32004"/>
          </a:xfrm>
          <a:prstGeom prst="ellipse">
            <a:avLst/>
          </a:prstGeom>
          <a:solidFill>
            <a:srgbClr val="222A3D"/>
          </a:solidFill>
          <a:ln/>
        </p:spPr>
      </p:sp>
      <p:sp>
        <p:nvSpPr>
          <p:cNvPr id="49" name="Shape 47"/>
          <p:cNvSpPr/>
          <p:nvPr/>
        </p:nvSpPr>
        <p:spPr>
          <a:xfrm>
            <a:off x="1874520" y="4114800"/>
            <a:ext cx="32004" cy="32004"/>
          </a:xfrm>
          <a:prstGeom prst="ellipse">
            <a:avLst/>
          </a:prstGeom>
          <a:solidFill>
            <a:srgbClr val="222A3D"/>
          </a:solidFill>
          <a:ln/>
        </p:spPr>
      </p:sp>
      <p:sp>
        <p:nvSpPr>
          <p:cNvPr id="50" name="Shape 48"/>
          <p:cNvSpPr/>
          <p:nvPr/>
        </p:nvSpPr>
        <p:spPr>
          <a:xfrm>
            <a:off x="1874520" y="4572000"/>
            <a:ext cx="32004" cy="32004"/>
          </a:xfrm>
          <a:prstGeom prst="ellipse">
            <a:avLst/>
          </a:prstGeom>
          <a:solidFill>
            <a:srgbClr val="222A3D"/>
          </a:solidFill>
          <a:ln/>
        </p:spPr>
      </p:sp>
      <p:sp>
        <p:nvSpPr>
          <p:cNvPr id="51" name="Shape 49"/>
          <p:cNvSpPr/>
          <p:nvPr/>
        </p:nvSpPr>
        <p:spPr>
          <a:xfrm>
            <a:off x="1874520" y="5029200"/>
            <a:ext cx="32004" cy="32004"/>
          </a:xfrm>
          <a:prstGeom prst="ellipse">
            <a:avLst/>
          </a:prstGeom>
          <a:solidFill>
            <a:srgbClr val="222A3D"/>
          </a:solidFill>
          <a:ln/>
        </p:spPr>
      </p:sp>
      <p:sp>
        <p:nvSpPr>
          <p:cNvPr id="52" name="Shape 50"/>
          <p:cNvSpPr/>
          <p:nvPr/>
        </p:nvSpPr>
        <p:spPr>
          <a:xfrm>
            <a:off x="1874520" y="5486400"/>
            <a:ext cx="32004" cy="32004"/>
          </a:xfrm>
          <a:prstGeom prst="ellipse">
            <a:avLst/>
          </a:prstGeom>
          <a:solidFill>
            <a:srgbClr val="222A3D"/>
          </a:solidFill>
          <a:ln/>
        </p:spPr>
      </p:sp>
      <p:sp>
        <p:nvSpPr>
          <p:cNvPr id="53" name="Shape 51"/>
          <p:cNvSpPr/>
          <p:nvPr/>
        </p:nvSpPr>
        <p:spPr>
          <a:xfrm>
            <a:off x="1874520" y="5943600"/>
            <a:ext cx="32004" cy="32004"/>
          </a:xfrm>
          <a:prstGeom prst="ellipse">
            <a:avLst/>
          </a:prstGeom>
          <a:solidFill>
            <a:srgbClr val="222A3D"/>
          </a:solidFill>
          <a:ln/>
        </p:spPr>
      </p:sp>
      <p:sp>
        <p:nvSpPr>
          <p:cNvPr id="54" name="Shape 52"/>
          <p:cNvSpPr/>
          <p:nvPr/>
        </p:nvSpPr>
        <p:spPr>
          <a:xfrm>
            <a:off x="2331720" y="457200"/>
            <a:ext cx="32004" cy="32004"/>
          </a:xfrm>
          <a:prstGeom prst="ellipse">
            <a:avLst/>
          </a:prstGeom>
          <a:solidFill>
            <a:srgbClr val="222A3D"/>
          </a:solidFill>
          <a:ln/>
        </p:spPr>
      </p:sp>
      <p:sp>
        <p:nvSpPr>
          <p:cNvPr id="55" name="Shape 53"/>
          <p:cNvSpPr/>
          <p:nvPr/>
        </p:nvSpPr>
        <p:spPr>
          <a:xfrm>
            <a:off x="2331720" y="914400"/>
            <a:ext cx="32004" cy="32004"/>
          </a:xfrm>
          <a:prstGeom prst="ellipse">
            <a:avLst/>
          </a:prstGeom>
          <a:solidFill>
            <a:srgbClr val="222A3D"/>
          </a:solidFill>
          <a:ln/>
        </p:spPr>
      </p:sp>
      <p:sp>
        <p:nvSpPr>
          <p:cNvPr id="56" name="Shape 54"/>
          <p:cNvSpPr/>
          <p:nvPr/>
        </p:nvSpPr>
        <p:spPr>
          <a:xfrm>
            <a:off x="2331720" y="1371600"/>
            <a:ext cx="32004" cy="32004"/>
          </a:xfrm>
          <a:prstGeom prst="ellipse">
            <a:avLst/>
          </a:prstGeom>
          <a:solidFill>
            <a:srgbClr val="222A3D"/>
          </a:solidFill>
          <a:ln/>
        </p:spPr>
      </p:sp>
      <p:sp>
        <p:nvSpPr>
          <p:cNvPr id="57" name="Shape 55"/>
          <p:cNvSpPr/>
          <p:nvPr/>
        </p:nvSpPr>
        <p:spPr>
          <a:xfrm>
            <a:off x="2331720" y="1828800"/>
            <a:ext cx="32004" cy="32004"/>
          </a:xfrm>
          <a:prstGeom prst="ellipse">
            <a:avLst/>
          </a:prstGeom>
          <a:solidFill>
            <a:srgbClr val="222A3D"/>
          </a:solidFill>
          <a:ln/>
        </p:spPr>
      </p:sp>
      <p:sp>
        <p:nvSpPr>
          <p:cNvPr id="58" name="Shape 56"/>
          <p:cNvSpPr/>
          <p:nvPr/>
        </p:nvSpPr>
        <p:spPr>
          <a:xfrm>
            <a:off x="2331720" y="2286000"/>
            <a:ext cx="32004" cy="32004"/>
          </a:xfrm>
          <a:prstGeom prst="ellipse">
            <a:avLst/>
          </a:prstGeom>
          <a:solidFill>
            <a:srgbClr val="222A3D"/>
          </a:solidFill>
          <a:ln/>
        </p:spPr>
      </p:sp>
      <p:sp>
        <p:nvSpPr>
          <p:cNvPr id="59" name="Shape 57"/>
          <p:cNvSpPr/>
          <p:nvPr/>
        </p:nvSpPr>
        <p:spPr>
          <a:xfrm>
            <a:off x="2331720" y="2743200"/>
            <a:ext cx="32004" cy="32004"/>
          </a:xfrm>
          <a:prstGeom prst="ellipse">
            <a:avLst/>
          </a:prstGeom>
          <a:solidFill>
            <a:srgbClr val="222A3D"/>
          </a:solidFill>
          <a:ln/>
        </p:spPr>
      </p:sp>
      <p:sp>
        <p:nvSpPr>
          <p:cNvPr id="60" name="Shape 58"/>
          <p:cNvSpPr/>
          <p:nvPr/>
        </p:nvSpPr>
        <p:spPr>
          <a:xfrm>
            <a:off x="2331720" y="3200400"/>
            <a:ext cx="32004" cy="32004"/>
          </a:xfrm>
          <a:prstGeom prst="ellipse">
            <a:avLst/>
          </a:prstGeom>
          <a:solidFill>
            <a:srgbClr val="222A3D"/>
          </a:solidFill>
          <a:ln/>
        </p:spPr>
      </p:sp>
      <p:sp>
        <p:nvSpPr>
          <p:cNvPr id="61" name="Shape 59"/>
          <p:cNvSpPr/>
          <p:nvPr/>
        </p:nvSpPr>
        <p:spPr>
          <a:xfrm>
            <a:off x="2331720" y="3657600"/>
            <a:ext cx="32004" cy="32004"/>
          </a:xfrm>
          <a:prstGeom prst="ellipse">
            <a:avLst/>
          </a:prstGeom>
          <a:solidFill>
            <a:srgbClr val="222A3D"/>
          </a:solidFill>
          <a:ln/>
        </p:spPr>
      </p:sp>
      <p:sp>
        <p:nvSpPr>
          <p:cNvPr id="62" name="Shape 60"/>
          <p:cNvSpPr/>
          <p:nvPr/>
        </p:nvSpPr>
        <p:spPr>
          <a:xfrm>
            <a:off x="2331720" y="4114800"/>
            <a:ext cx="32004" cy="32004"/>
          </a:xfrm>
          <a:prstGeom prst="ellipse">
            <a:avLst/>
          </a:prstGeom>
          <a:solidFill>
            <a:srgbClr val="222A3D"/>
          </a:solidFill>
          <a:ln/>
        </p:spPr>
      </p:sp>
      <p:sp>
        <p:nvSpPr>
          <p:cNvPr id="63" name="Shape 61"/>
          <p:cNvSpPr/>
          <p:nvPr/>
        </p:nvSpPr>
        <p:spPr>
          <a:xfrm>
            <a:off x="2331720" y="4572000"/>
            <a:ext cx="32004" cy="32004"/>
          </a:xfrm>
          <a:prstGeom prst="ellipse">
            <a:avLst/>
          </a:prstGeom>
          <a:solidFill>
            <a:srgbClr val="222A3D"/>
          </a:solidFill>
          <a:ln/>
        </p:spPr>
      </p:sp>
      <p:sp>
        <p:nvSpPr>
          <p:cNvPr id="64" name="Shape 62"/>
          <p:cNvSpPr/>
          <p:nvPr/>
        </p:nvSpPr>
        <p:spPr>
          <a:xfrm>
            <a:off x="2331720" y="5029200"/>
            <a:ext cx="32004" cy="32004"/>
          </a:xfrm>
          <a:prstGeom prst="ellipse">
            <a:avLst/>
          </a:prstGeom>
          <a:solidFill>
            <a:srgbClr val="222A3D"/>
          </a:solidFill>
          <a:ln/>
        </p:spPr>
      </p:sp>
      <p:sp>
        <p:nvSpPr>
          <p:cNvPr id="65" name="Shape 63"/>
          <p:cNvSpPr/>
          <p:nvPr/>
        </p:nvSpPr>
        <p:spPr>
          <a:xfrm>
            <a:off x="2331720" y="5486400"/>
            <a:ext cx="32004" cy="32004"/>
          </a:xfrm>
          <a:prstGeom prst="ellipse">
            <a:avLst/>
          </a:prstGeom>
          <a:solidFill>
            <a:srgbClr val="222A3D"/>
          </a:solidFill>
          <a:ln/>
        </p:spPr>
      </p:sp>
      <p:sp>
        <p:nvSpPr>
          <p:cNvPr id="66" name="Shape 64"/>
          <p:cNvSpPr/>
          <p:nvPr/>
        </p:nvSpPr>
        <p:spPr>
          <a:xfrm>
            <a:off x="2331720" y="5943600"/>
            <a:ext cx="32004" cy="32004"/>
          </a:xfrm>
          <a:prstGeom prst="ellipse">
            <a:avLst/>
          </a:prstGeom>
          <a:solidFill>
            <a:srgbClr val="222A3D"/>
          </a:solidFill>
          <a:ln/>
        </p:spPr>
      </p:sp>
      <p:sp>
        <p:nvSpPr>
          <p:cNvPr id="67" name="Shape 65"/>
          <p:cNvSpPr/>
          <p:nvPr/>
        </p:nvSpPr>
        <p:spPr>
          <a:xfrm>
            <a:off x="2788920" y="457200"/>
            <a:ext cx="32004" cy="32004"/>
          </a:xfrm>
          <a:prstGeom prst="ellipse">
            <a:avLst/>
          </a:prstGeom>
          <a:solidFill>
            <a:srgbClr val="222A3D"/>
          </a:solidFill>
          <a:ln/>
        </p:spPr>
      </p:sp>
      <p:sp>
        <p:nvSpPr>
          <p:cNvPr id="68" name="Shape 66"/>
          <p:cNvSpPr/>
          <p:nvPr/>
        </p:nvSpPr>
        <p:spPr>
          <a:xfrm>
            <a:off x="2788920" y="914400"/>
            <a:ext cx="32004" cy="32004"/>
          </a:xfrm>
          <a:prstGeom prst="ellipse">
            <a:avLst/>
          </a:prstGeom>
          <a:solidFill>
            <a:srgbClr val="222A3D"/>
          </a:solidFill>
          <a:ln/>
        </p:spPr>
      </p:sp>
      <p:sp>
        <p:nvSpPr>
          <p:cNvPr id="69" name="Shape 67"/>
          <p:cNvSpPr/>
          <p:nvPr/>
        </p:nvSpPr>
        <p:spPr>
          <a:xfrm>
            <a:off x="2788920" y="1371600"/>
            <a:ext cx="32004" cy="32004"/>
          </a:xfrm>
          <a:prstGeom prst="ellipse">
            <a:avLst/>
          </a:prstGeom>
          <a:solidFill>
            <a:srgbClr val="222A3D"/>
          </a:solidFill>
          <a:ln/>
        </p:spPr>
      </p:sp>
      <p:sp>
        <p:nvSpPr>
          <p:cNvPr id="70" name="Shape 68"/>
          <p:cNvSpPr/>
          <p:nvPr/>
        </p:nvSpPr>
        <p:spPr>
          <a:xfrm>
            <a:off x="2788920" y="1828800"/>
            <a:ext cx="32004" cy="32004"/>
          </a:xfrm>
          <a:prstGeom prst="ellipse">
            <a:avLst/>
          </a:prstGeom>
          <a:solidFill>
            <a:srgbClr val="222A3D"/>
          </a:solidFill>
          <a:ln/>
        </p:spPr>
      </p:sp>
      <p:sp>
        <p:nvSpPr>
          <p:cNvPr id="71" name="Shape 69"/>
          <p:cNvSpPr/>
          <p:nvPr/>
        </p:nvSpPr>
        <p:spPr>
          <a:xfrm>
            <a:off x="2788920" y="2286000"/>
            <a:ext cx="32004" cy="32004"/>
          </a:xfrm>
          <a:prstGeom prst="ellipse">
            <a:avLst/>
          </a:prstGeom>
          <a:solidFill>
            <a:srgbClr val="222A3D"/>
          </a:solidFill>
          <a:ln/>
        </p:spPr>
      </p:sp>
      <p:sp>
        <p:nvSpPr>
          <p:cNvPr id="72" name="Shape 70"/>
          <p:cNvSpPr/>
          <p:nvPr/>
        </p:nvSpPr>
        <p:spPr>
          <a:xfrm>
            <a:off x="2788920" y="2743200"/>
            <a:ext cx="32004" cy="32004"/>
          </a:xfrm>
          <a:prstGeom prst="ellipse">
            <a:avLst/>
          </a:prstGeom>
          <a:solidFill>
            <a:srgbClr val="222A3D"/>
          </a:solidFill>
          <a:ln/>
        </p:spPr>
      </p:sp>
      <p:sp>
        <p:nvSpPr>
          <p:cNvPr id="73" name="Shape 71"/>
          <p:cNvSpPr/>
          <p:nvPr/>
        </p:nvSpPr>
        <p:spPr>
          <a:xfrm>
            <a:off x="2788920" y="3200400"/>
            <a:ext cx="32004" cy="32004"/>
          </a:xfrm>
          <a:prstGeom prst="ellipse">
            <a:avLst/>
          </a:prstGeom>
          <a:solidFill>
            <a:srgbClr val="222A3D"/>
          </a:solidFill>
          <a:ln/>
        </p:spPr>
      </p:sp>
      <p:sp>
        <p:nvSpPr>
          <p:cNvPr id="74" name="Shape 72"/>
          <p:cNvSpPr/>
          <p:nvPr/>
        </p:nvSpPr>
        <p:spPr>
          <a:xfrm>
            <a:off x="2788920" y="3657600"/>
            <a:ext cx="32004" cy="32004"/>
          </a:xfrm>
          <a:prstGeom prst="ellipse">
            <a:avLst/>
          </a:prstGeom>
          <a:solidFill>
            <a:srgbClr val="222A3D"/>
          </a:solidFill>
          <a:ln/>
        </p:spPr>
      </p:sp>
      <p:sp>
        <p:nvSpPr>
          <p:cNvPr id="75" name="Shape 73"/>
          <p:cNvSpPr/>
          <p:nvPr/>
        </p:nvSpPr>
        <p:spPr>
          <a:xfrm>
            <a:off x="2788920" y="4114800"/>
            <a:ext cx="32004" cy="32004"/>
          </a:xfrm>
          <a:prstGeom prst="ellipse">
            <a:avLst/>
          </a:prstGeom>
          <a:solidFill>
            <a:srgbClr val="222A3D"/>
          </a:solidFill>
          <a:ln/>
        </p:spPr>
      </p:sp>
      <p:sp>
        <p:nvSpPr>
          <p:cNvPr id="76" name="Shape 74"/>
          <p:cNvSpPr/>
          <p:nvPr/>
        </p:nvSpPr>
        <p:spPr>
          <a:xfrm>
            <a:off x="2788920" y="4572000"/>
            <a:ext cx="32004" cy="32004"/>
          </a:xfrm>
          <a:prstGeom prst="ellipse">
            <a:avLst/>
          </a:prstGeom>
          <a:solidFill>
            <a:srgbClr val="222A3D"/>
          </a:solidFill>
          <a:ln/>
        </p:spPr>
      </p:sp>
      <p:sp>
        <p:nvSpPr>
          <p:cNvPr id="77" name="Shape 75"/>
          <p:cNvSpPr/>
          <p:nvPr/>
        </p:nvSpPr>
        <p:spPr>
          <a:xfrm>
            <a:off x="2788920" y="5029200"/>
            <a:ext cx="32004" cy="32004"/>
          </a:xfrm>
          <a:prstGeom prst="ellipse">
            <a:avLst/>
          </a:prstGeom>
          <a:solidFill>
            <a:srgbClr val="222A3D"/>
          </a:solidFill>
          <a:ln/>
        </p:spPr>
      </p:sp>
      <p:sp>
        <p:nvSpPr>
          <p:cNvPr id="78" name="Shape 76"/>
          <p:cNvSpPr/>
          <p:nvPr/>
        </p:nvSpPr>
        <p:spPr>
          <a:xfrm>
            <a:off x="2788920" y="5486400"/>
            <a:ext cx="32004" cy="32004"/>
          </a:xfrm>
          <a:prstGeom prst="ellipse">
            <a:avLst/>
          </a:prstGeom>
          <a:solidFill>
            <a:srgbClr val="222A3D"/>
          </a:solidFill>
          <a:ln/>
        </p:spPr>
      </p:sp>
      <p:sp>
        <p:nvSpPr>
          <p:cNvPr id="79" name="Shape 77"/>
          <p:cNvSpPr/>
          <p:nvPr/>
        </p:nvSpPr>
        <p:spPr>
          <a:xfrm>
            <a:off x="2788920" y="5943600"/>
            <a:ext cx="32004" cy="32004"/>
          </a:xfrm>
          <a:prstGeom prst="ellipse">
            <a:avLst/>
          </a:prstGeom>
          <a:solidFill>
            <a:srgbClr val="222A3D"/>
          </a:solidFill>
          <a:ln/>
        </p:spPr>
      </p:sp>
      <p:sp>
        <p:nvSpPr>
          <p:cNvPr id="80" name="Shape 78"/>
          <p:cNvSpPr/>
          <p:nvPr/>
        </p:nvSpPr>
        <p:spPr>
          <a:xfrm>
            <a:off x="3246120" y="457200"/>
            <a:ext cx="32004" cy="32004"/>
          </a:xfrm>
          <a:prstGeom prst="ellipse">
            <a:avLst/>
          </a:prstGeom>
          <a:solidFill>
            <a:srgbClr val="222A3D"/>
          </a:solidFill>
          <a:ln/>
        </p:spPr>
      </p:sp>
      <p:sp>
        <p:nvSpPr>
          <p:cNvPr id="81" name="Shape 79"/>
          <p:cNvSpPr/>
          <p:nvPr/>
        </p:nvSpPr>
        <p:spPr>
          <a:xfrm>
            <a:off x="3246120" y="914400"/>
            <a:ext cx="32004" cy="32004"/>
          </a:xfrm>
          <a:prstGeom prst="ellipse">
            <a:avLst/>
          </a:prstGeom>
          <a:solidFill>
            <a:srgbClr val="222A3D"/>
          </a:solidFill>
          <a:ln/>
        </p:spPr>
      </p:sp>
      <p:sp>
        <p:nvSpPr>
          <p:cNvPr id="82" name="Shape 80"/>
          <p:cNvSpPr/>
          <p:nvPr/>
        </p:nvSpPr>
        <p:spPr>
          <a:xfrm>
            <a:off x="3246120" y="1371600"/>
            <a:ext cx="32004" cy="32004"/>
          </a:xfrm>
          <a:prstGeom prst="ellipse">
            <a:avLst/>
          </a:prstGeom>
          <a:solidFill>
            <a:srgbClr val="222A3D"/>
          </a:solidFill>
          <a:ln/>
        </p:spPr>
      </p:sp>
      <p:sp>
        <p:nvSpPr>
          <p:cNvPr id="83" name="Shape 81"/>
          <p:cNvSpPr/>
          <p:nvPr/>
        </p:nvSpPr>
        <p:spPr>
          <a:xfrm>
            <a:off x="3246120" y="1828800"/>
            <a:ext cx="32004" cy="32004"/>
          </a:xfrm>
          <a:prstGeom prst="ellipse">
            <a:avLst/>
          </a:prstGeom>
          <a:solidFill>
            <a:srgbClr val="222A3D"/>
          </a:solidFill>
          <a:ln/>
        </p:spPr>
      </p:sp>
      <p:sp>
        <p:nvSpPr>
          <p:cNvPr id="84" name="Shape 82"/>
          <p:cNvSpPr/>
          <p:nvPr/>
        </p:nvSpPr>
        <p:spPr>
          <a:xfrm>
            <a:off x="3246120" y="2286000"/>
            <a:ext cx="32004" cy="32004"/>
          </a:xfrm>
          <a:prstGeom prst="ellipse">
            <a:avLst/>
          </a:prstGeom>
          <a:solidFill>
            <a:srgbClr val="222A3D"/>
          </a:solidFill>
          <a:ln/>
        </p:spPr>
      </p:sp>
      <p:sp>
        <p:nvSpPr>
          <p:cNvPr id="85" name="Shape 83"/>
          <p:cNvSpPr/>
          <p:nvPr/>
        </p:nvSpPr>
        <p:spPr>
          <a:xfrm>
            <a:off x="3246120" y="2743200"/>
            <a:ext cx="32004" cy="32004"/>
          </a:xfrm>
          <a:prstGeom prst="ellipse">
            <a:avLst/>
          </a:prstGeom>
          <a:solidFill>
            <a:srgbClr val="222A3D"/>
          </a:solidFill>
          <a:ln/>
        </p:spPr>
      </p:sp>
      <p:sp>
        <p:nvSpPr>
          <p:cNvPr id="86" name="Shape 84"/>
          <p:cNvSpPr/>
          <p:nvPr/>
        </p:nvSpPr>
        <p:spPr>
          <a:xfrm>
            <a:off x="3246120" y="3200400"/>
            <a:ext cx="32004" cy="32004"/>
          </a:xfrm>
          <a:prstGeom prst="ellipse">
            <a:avLst/>
          </a:prstGeom>
          <a:solidFill>
            <a:srgbClr val="222A3D"/>
          </a:solidFill>
          <a:ln/>
        </p:spPr>
      </p:sp>
      <p:sp>
        <p:nvSpPr>
          <p:cNvPr id="87" name="Shape 85"/>
          <p:cNvSpPr/>
          <p:nvPr/>
        </p:nvSpPr>
        <p:spPr>
          <a:xfrm>
            <a:off x="3246120" y="3657600"/>
            <a:ext cx="32004" cy="32004"/>
          </a:xfrm>
          <a:prstGeom prst="ellipse">
            <a:avLst/>
          </a:prstGeom>
          <a:solidFill>
            <a:srgbClr val="222A3D"/>
          </a:solidFill>
          <a:ln/>
        </p:spPr>
      </p:sp>
      <p:sp>
        <p:nvSpPr>
          <p:cNvPr id="88" name="Shape 86"/>
          <p:cNvSpPr/>
          <p:nvPr/>
        </p:nvSpPr>
        <p:spPr>
          <a:xfrm>
            <a:off x="3246120" y="4114800"/>
            <a:ext cx="32004" cy="32004"/>
          </a:xfrm>
          <a:prstGeom prst="ellipse">
            <a:avLst/>
          </a:prstGeom>
          <a:solidFill>
            <a:srgbClr val="222A3D"/>
          </a:solidFill>
          <a:ln/>
        </p:spPr>
      </p:sp>
      <p:sp>
        <p:nvSpPr>
          <p:cNvPr id="89" name="Shape 87"/>
          <p:cNvSpPr/>
          <p:nvPr/>
        </p:nvSpPr>
        <p:spPr>
          <a:xfrm>
            <a:off x="3246120" y="4572000"/>
            <a:ext cx="32004" cy="32004"/>
          </a:xfrm>
          <a:prstGeom prst="ellipse">
            <a:avLst/>
          </a:prstGeom>
          <a:solidFill>
            <a:srgbClr val="222A3D"/>
          </a:solidFill>
          <a:ln/>
        </p:spPr>
      </p:sp>
      <p:sp>
        <p:nvSpPr>
          <p:cNvPr id="90" name="Shape 88"/>
          <p:cNvSpPr/>
          <p:nvPr/>
        </p:nvSpPr>
        <p:spPr>
          <a:xfrm>
            <a:off x="3246120" y="5029200"/>
            <a:ext cx="32004" cy="32004"/>
          </a:xfrm>
          <a:prstGeom prst="ellipse">
            <a:avLst/>
          </a:prstGeom>
          <a:solidFill>
            <a:srgbClr val="222A3D"/>
          </a:solidFill>
          <a:ln/>
        </p:spPr>
      </p:sp>
      <p:sp>
        <p:nvSpPr>
          <p:cNvPr id="91" name="Shape 89"/>
          <p:cNvSpPr/>
          <p:nvPr/>
        </p:nvSpPr>
        <p:spPr>
          <a:xfrm>
            <a:off x="3246120" y="5486400"/>
            <a:ext cx="32004" cy="32004"/>
          </a:xfrm>
          <a:prstGeom prst="ellipse">
            <a:avLst/>
          </a:prstGeom>
          <a:solidFill>
            <a:srgbClr val="222A3D"/>
          </a:solidFill>
          <a:ln/>
        </p:spPr>
      </p:sp>
      <p:sp>
        <p:nvSpPr>
          <p:cNvPr id="92" name="Shape 90"/>
          <p:cNvSpPr/>
          <p:nvPr/>
        </p:nvSpPr>
        <p:spPr>
          <a:xfrm>
            <a:off x="3246120" y="5943600"/>
            <a:ext cx="32004" cy="32004"/>
          </a:xfrm>
          <a:prstGeom prst="ellipse">
            <a:avLst/>
          </a:prstGeom>
          <a:solidFill>
            <a:srgbClr val="222A3D"/>
          </a:solidFill>
          <a:ln/>
        </p:spPr>
      </p:sp>
      <p:sp>
        <p:nvSpPr>
          <p:cNvPr id="93" name="Shape 91"/>
          <p:cNvSpPr/>
          <p:nvPr/>
        </p:nvSpPr>
        <p:spPr>
          <a:xfrm>
            <a:off x="3703320" y="457200"/>
            <a:ext cx="32004" cy="32004"/>
          </a:xfrm>
          <a:prstGeom prst="ellipse">
            <a:avLst/>
          </a:prstGeom>
          <a:solidFill>
            <a:srgbClr val="222A3D"/>
          </a:solidFill>
          <a:ln/>
        </p:spPr>
      </p:sp>
      <p:sp>
        <p:nvSpPr>
          <p:cNvPr id="94" name="Shape 92"/>
          <p:cNvSpPr/>
          <p:nvPr/>
        </p:nvSpPr>
        <p:spPr>
          <a:xfrm>
            <a:off x="3703320" y="914400"/>
            <a:ext cx="32004" cy="32004"/>
          </a:xfrm>
          <a:prstGeom prst="ellipse">
            <a:avLst/>
          </a:prstGeom>
          <a:solidFill>
            <a:srgbClr val="222A3D"/>
          </a:solidFill>
          <a:ln/>
        </p:spPr>
      </p:sp>
      <p:sp>
        <p:nvSpPr>
          <p:cNvPr id="95" name="Shape 93"/>
          <p:cNvSpPr/>
          <p:nvPr/>
        </p:nvSpPr>
        <p:spPr>
          <a:xfrm>
            <a:off x="3703320" y="1371600"/>
            <a:ext cx="32004" cy="32004"/>
          </a:xfrm>
          <a:prstGeom prst="ellipse">
            <a:avLst/>
          </a:prstGeom>
          <a:solidFill>
            <a:srgbClr val="222A3D"/>
          </a:solidFill>
          <a:ln/>
        </p:spPr>
      </p:sp>
      <p:sp>
        <p:nvSpPr>
          <p:cNvPr id="96" name="Shape 94"/>
          <p:cNvSpPr/>
          <p:nvPr/>
        </p:nvSpPr>
        <p:spPr>
          <a:xfrm>
            <a:off x="3703320" y="1828800"/>
            <a:ext cx="32004" cy="32004"/>
          </a:xfrm>
          <a:prstGeom prst="ellipse">
            <a:avLst/>
          </a:prstGeom>
          <a:solidFill>
            <a:srgbClr val="222A3D"/>
          </a:solidFill>
          <a:ln/>
        </p:spPr>
      </p:sp>
      <p:sp>
        <p:nvSpPr>
          <p:cNvPr id="97" name="Shape 95"/>
          <p:cNvSpPr/>
          <p:nvPr/>
        </p:nvSpPr>
        <p:spPr>
          <a:xfrm>
            <a:off x="3703320" y="2286000"/>
            <a:ext cx="32004" cy="32004"/>
          </a:xfrm>
          <a:prstGeom prst="ellipse">
            <a:avLst/>
          </a:prstGeom>
          <a:solidFill>
            <a:srgbClr val="222A3D"/>
          </a:solidFill>
          <a:ln/>
        </p:spPr>
      </p:sp>
      <p:sp>
        <p:nvSpPr>
          <p:cNvPr id="98" name="Shape 96"/>
          <p:cNvSpPr/>
          <p:nvPr/>
        </p:nvSpPr>
        <p:spPr>
          <a:xfrm>
            <a:off x="3703320" y="2743200"/>
            <a:ext cx="32004" cy="32004"/>
          </a:xfrm>
          <a:prstGeom prst="ellipse">
            <a:avLst/>
          </a:prstGeom>
          <a:solidFill>
            <a:srgbClr val="222A3D"/>
          </a:solidFill>
          <a:ln/>
        </p:spPr>
      </p:sp>
      <p:sp>
        <p:nvSpPr>
          <p:cNvPr id="99" name="Shape 97"/>
          <p:cNvSpPr/>
          <p:nvPr/>
        </p:nvSpPr>
        <p:spPr>
          <a:xfrm>
            <a:off x="3703320" y="3200400"/>
            <a:ext cx="32004" cy="32004"/>
          </a:xfrm>
          <a:prstGeom prst="ellipse">
            <a:avLst/>
          </a:prstGeom>
          <a:solidFill>
            <a:srgbClr val="222A3D"/>
          </a:solidFill>
          <a:ln/>
        </p:spPr>
      </p:sp>
      <p:sp>
        <p:nvSpPr>
          <p:cNvPr id="100" name="Shape 98"/>
          <p:cNvSpPr/>
          <p:nvPr/>
        </p:nvSpPr>
        <p:spPr>
          <a:xfrm>
            <a:off x="3703320" y="3657600"/>
            <a:ext cx="32004" cy="32004"/>
          </a:xfrm>
          <a:prstGeom prst="ellipse">
            <a:avLst/>
          </a:prstGeom>
          <a:solidFill>
            <a:srgbClr val="222A3D"/>
          </a:solidFill>
          <a:ln/>
        </p:spPr>
      </p:sp>
      <p:sp>
        <p:nvSpPr>
          <p:cNvPr id="101" name="Shape 99"/>
          <p:cNvSpPr/>
          <p:nvPr/>
        </p:nvSpPr>
        <p:spPr>
          <a:xfrm>
            <a:off x="3703320" y="4114800"/>
            <a:ext cx="32004" cy="32004"/>
          </a:xfrm>
          <a:prstGeom prst="ellipse">
            <a:avLst/>
          </a:prstGeom>
          <a:solidFill>
            <a:srgbClr val="222A3D"/>
          </a:solidFill>
          <a:ln/>
        </p:spPr>
      </p:sp>
      <p:sp>
        <p:nvSpPr>
          <p:cNvPr id="102" name="Shape 100"/>
          <p:cNvSpPr/>
          <p:nvPr/>
        </p:nvSpPr>
        <p:spPr>
          <a:xfrm>
            <a:off x="3703320" y="4572000"/>
            <a:ext cx="32004" cy="32004"/>
          </a:xfrm>
          <a:prstGeom prst="ellipse">
            <a:avLst/>
          </a:prstGeom>
          <a:solidFill>
            <a:srgbClr val="222A3D"/>
          </a:solidFill>
          <a:ln/>
        </p:spPr>
      </p:sp>
      <p:sp>
        <p:nvSpPr>
          <p:cNvPr id="103" name="Shape 101"/>
          <p:cNvSpPr/>
          <p:nvPr/>
        </p:nvSpPr>
        <p:spPr>
          <a:xfrm>
            <a:off x="3703320" y="5029200"/>
            <a:ext cx="32004" cy="32004"/>
          </a:xfrm>
          <a:prstGeom prst="ellipse">
            <a:avLst/>
          </a:prstGeom>
          <a:solidFill>
            <a:srgbClr val="222A3D"/>
          </a:solidFill>
          <a:ln/>
        </p:spPr>
      </p:sp>
      <p:sp>
        <p:nvSpPr>
          <p:cNvPr id="104" name="Shape 102"/>
          <p:cNvSpPr/>
          <p:nvPr/>
        </p:nvSpPr>
        <p:spPr>
          <a:xfrm>
            <a:off x="3703320" y="5486400"/>
            <a:ext cx="32004" cy="32004"/>
          </a:xfrm>
          <a:prstGeom prst="ellipse">
            <a:avLst/>
          </a:prstGeom>
          <a:solidFill>
            <a:srgbClr val="222A3D"/>
          </a:solidFill>
          <a:ln/>
        </p:spPr>
      </p:sp>
      <p:sp>
        <p:nvSpPr>
          <p:cNvPr id="105" name="Shape 103"/>
          <p:cNvSpPr/>
          <p:nvPr/>
        </p:nvSpPr>
        <p:spPr>
          <a:xfrm>
            <a:off x="3703320" y="5943600"/>
            <a:ext cx="32004" cy="32004"/>
          </a:xfrm>
          <a:prstGeom prst="ellipse">
            <a:avLst/>
          </a:prstGeom>
          <a:solidFill>
            <a:srgbClr val="222A3D"/>
          </a:solidFill>
          <a:ln/>
        </p:spPr>
      </p:sp>
      <p:sp>
        <p:nvSpPr>
          <p:cNvPr id="106" name="Shape 104"/>
          <p:cNvSpPr/>
          <p:nvPr/>
        </p:nvSpPr>
        <p:spPr>
          <a:xfrm>
            <a:off x="4160520" y="457200"/>
            <a:ext cx="32004" cy="32004"/>
          </a:xfrm>
          <a:prstGeom prst="ellipse">
            <a:avLst/>
          </a:prstGeom>
          <a:solidFill>
            <a:srgbClr val="222A3D"/>
          </a:solidFill>
          <a:ln/>
        </p:spPr>
      </p:sp>
      <p:sp>
        <p:nvSpPr>
          <p:cNvPr id="107" name="Shape 105"/>
          <p:cNvSpPr/>
          <p:nvPr/>
        </p:nvSpPr>
        <p:spPr>
          <a:xfrm>
            <a:off x="4160520" y="914400"/>
            <a:ext cx="32004" cy="32004"/>
          </a:xfrm>
          <a:prstGeom prst="ellipse">
            <a:avLst/>
          </a:prstGeom>
          <a:solidFill>
            <a:srgbClr val="222A3D"/>
          </a:solidFill>
          <a:ln/>
        </p:spPr>
      </p:sp>
      <p:sp>
        <p:nvSpPr>
          <p:cNvPr id="108" name="Shape 106"/>
          <p:cNvSpPr/>
          <p:nvPr/>
        </p:nvSpPr>
        <p:spPr>
          <a:xfrm>
            <a:off x="4160520" y="1371600"/>
            <a:ext cx="32004" cy="32004"/>
          </a:xfrm>
          <a:prstGeom prst="ellipse">
            <a:avLst/>
          </a:prstGeom>
          <a:solidFill>
            <a:srgbClr val="222A3D"/>
          </a:solidFill>
          <a:ln/>
        </p:spPr>
      </p:sp>
      <p:sp>
        <p:nvSpPr>
          <p:cNvPr id="109" name="Shape 107"/>
          <p:cNvSpPr/>
          <p:nvPr/>
        </p:nvSpPr>
        <p:spPr>
          <a:xfrm>
            <a:off x="4160520" y="1828800"/>
            <a:ext cx="32004" cy="32004"/>
          </a:xfrm>
          <a:prstGeom prst="ellipse">
            <a:avLst/>
          </a:prstGeom>
          <a:solidFill>
            <a:srgbClr val="222A3D"/>
          </a:solidFill>
          <a:ln/>
        </p:spPr>
      </p:sp>
      <p:sp>
        <p:nvSpPr>
          <p:cNvPr id="110" name="Shape 108"/>
          <p:cNvSpPr/>
          <p:nvPr/>
        </p:nvSpPr>
        <p:spPr>
          <a:xfrm>
            <a:off x="4160520" y="2286000"/>
            <a:ext cx="32004" cy="32004"/>
          </a:xfrm>
          <a:prstGeom prst="ellipse">
            <a:avLst/>
          </a:prstGeom>
          <a:solidFill>
            <a:srgbClr val="222A3D"/>
          </a:solidFill>
          <a:ln/>
        </p:spPr>
      </p:sp>
      <p:sp>
        <p:nvSpPr>
          <p:cNvPr id="111" name="Shape 109"/>
          <p:cNvSpPr/>
          <p:nvPr/>
        </p:nvSpPr>
        <p:spPr>
          <a:xfrm>
            <a:off x="4160520" y="2743200"/>
            <a:ext cx="32004" cy="32004"/>
          </a:xfrm>
          <a:prstGeom prst="ellipse">
            <a:avLst/>
          </a:prstGeom>
          <a:solidFill>
            <a:srgbClr val="222A3D"/>
          </a:solidFill>
          <a:ln/>
        </p:spPr>
      </p:sp>
      <p:sp>
        <p:nvSpPr>
          <p:cNvPr id="112" name="Shape 110"/>
          <p:cNvSpPr/>
          <p:nvPr/>
        </p:nvSpPr>
        <p:spPr>
          <a:xfrm>
            <a:off x="4160520" y="3200400"/>
            <a:ext cx="32004" cy="32004"/>
          </a:xfrm>
          <a:prstGeom prst="ellipse">
            <a:avLst/>
          </a:prstGeom>
          <a:solidFill>
            <a:srgbClr val="222A3D"/>
          </a:solidFill>
          <a:ln/>
        </p:spPr>
      </p:sp>
      <p:sp>
        <p:nvSpPr>
          <p:cNvPr id="113" name="Shape 111"/>
          <p:cNvSpPr/>
          <p:nvPr/>
        </p:nvSpPr>
        <p:spPr>
          <a:xfrm>
            <a:off x="4160520" y="3657600"/>
            <a:ext cx="32004" cy="32004"/>
          </a:xfrm>
          <a:prstGeom prst="ellipse">
            <a:avLst/>
          </a:prstGeom>
          <a:solidFill>
            <a:srgbClr val="222A3D"/>
          </a:solidFill>
          <a:ln/>
        </p:spPr>
      </p:sp>
      <p:sp>
        <p:nvSpPr>
          <p:cNvPr id="114" name="Shape 112"/>
          <p:cNvSpPr/>
          <p:nvPr/>
        </p:nvSpPr>
        <p:spPr>
          <a:xfrm>
            <a:off x="4160520" y="4114800"/>
            <a:ext cx="32004" cy="32004"/>
          </a:xfrm>
          <a:prstGeom prst="ellipse">
            <a:avLst/>
          </a:prstGeom>
          <a:solidFill>
            <a:srgbClr val="222A3D"/>
          </a:solidFill>
          <a:ln/>
        </p:spPr>
      </p:sp>
      <p:sp>
        <p:nvSpPr>
          <p:cNvPr id="115" name="Shape 113"/>
          <p:cNvSpPr/>
          <p:nvPr/>
        </p:nvSpPr>
        <p:spPr>
          <a:xfrm>
            <a:off x="4160520" y="4572000"/>
            <a:ext cx="32004" cy="32004"/>
          </a:xfrm>
          <a:prstGeom prst="ellipse">
            <a:avLst/>
          </a:prstGeom>
          <a:solidFill>
            <a:srgbClr val="222A3D"/>
          </a:solidFill>
          <a:ln/>
        </p:spPr>
      </p:sp>
      <p:sp>
        <p:nvSpPr>
          <p:cNvPr id="116" name="Shape 114"/>
          <p:cNvSpPr/>
          <p:nvPr/>
        </p:nvSpPr>
        <p:spPr>
          <a:xfrm>
            <a:off x="4160520" y="5029200"/>
            <a:ext cx="32004" cy="32004"/>
          </a:xfrm>
          <a:prstGeom prst="ellipse">
            <a:avLst/>
          </a:prstGeom>
          <a:solidFill>
            <a:srgbClr val="222A3D"/>
          </a:solidFill>
          <a:ln/>
        </p:spPr>
      </p:sp>
      <p:sp>
        <p:nvSpPr>
          <p:cNvPr id="117" name="Shape 115"/>
          <p:cNvSpPr/>
          <p:nvPr/>
        </p:nvSpPr>
        <p:spPr>
          <a:xfrm>
            <a:off x="4160520" y="5486400"/>
            <a:ext cx="32004" cy="32004"/>
          </a:xfrm>
          <a:prstGeom prst="ellipse">
            <a:avLst/>
          </a:prstGeom>
          <a:solidFill>
            <a:srgbClr val="222A3D"/>
          </a:solidFill>
          <a:ln/>
        </p:spPr>
      </p:sp>
      <p:sp>
        <p:nvSpPr>
          <p:cNvPr id="118" name="Shape 116"/>
          <p:cNvSpPr/>
          <p:nvPr/>
        </p:nvSpPr>
        <p:spPr>
          <a:xfrm>
            <a:off x="4160520" y="5943600"/>
            <a:ext cx="32004" cy="32004"/>
          </a:xfrm>
          <a:prstGeom prst="ellipse">
            <a:avLst/>
          </a:prstGeom>
          <a:solidFill>
            <a:srgbClr val="222A3D"/>
          </a:solidFill>
          <a:ln/>
        </p:spPr>
      </p:sp>
      <p:sp>
        <p:nvSpPr>
          <p:cNvPr id="119" name="Shape 117"/>
          <p:cNvSpPr/>
          <p:nvPr/>
        </p:nvSpPr>
        <p:spPr>
          <a:xfrm>
            <a:off x="4617720" y="457200"/>
            <a:ext cx="32004" cy="32004"/>
          </a:xfrm>
          <a:prstGeom prst="ellipse">
            <a:avLst/>
          </a:prstGeom>
          <a:solidFill>
            <a:srgbClr val="222A3D"/>
          </a:solidFill>
          <a:ln/>
        </p:spPr>
      </p:sp>
      <p:sp>
        <p:nvSpPr>
          <p:cNvPr id="120" name="Shape 118"/>
          <p:cNvSpPr/>
          <p:nvPr/>
        </p:nvSpPr>
        <p:spPr>
          <a:xfrm>
            <a:off x="4617720" y="914400"/>
            <a:ext cx="32004" cy="32004"/>
          </a:xfrm>
          <a:prstGeom prst="ellipse">
            <a:avLst/>
          </a:prstGeom>
          <a:solidFill>
            <a:srgbClr val="222A3D"/>
          </a:solidFill>
          <a:ln/>
        </p:spPr>
      </p:sp>
      <p:sp>
        <p:nvSpPr>
          <p:cNvPr id="121" name="Shape 119"/>
          <p:cNvSpPr/>
          <p:nvPr/>
        </p:nvSpPr>
        <p:spPr>
          <a:xfrm>
            <a:off x="4617720" y="1371600"/>
            <a:ext cx="32004" cy="32004"/>
          </a:xfrm>
          <a:prstGeom prst="ellipse">
            <a:avLst/>
          </a:prstGeom>
          <a:solidFill>
            <a:srgbClr val="222A3D"/>
          </a:solidFill>
          <a:ln/>
        </p:spPr>
      </p:sp>
      <p:sp>
        <p:nvSpPr>
          <p:cNvPr id="122" name="Shape 120"/>
          <p:cNvSpPr/>
          <p:nvPr/>
        </p:nvSpPr>
        <p:spPr>
          <a:xfrm>
            <a:off x="4617720" y="1828800"/>
            <a:ext cx="32004" cy="32004"/>
          </a:xfrm>
          <a:prstGeom prst="ellipse">
            <a:avLst/>
          </a:prstGeom>
          <a:solidFill>
            <a:srgbClr val="222A3D"/>
          </a:solidFill>
          <a:ln/>
        </p:spPr>
      </p:sp>
      <p:sp>
        <p:nvSpPr>
          <p:cNvPr id="123" name="Shape 121"/>
          <p:cNvSpPr/>
          <p:nvPr/>
        </p:nvSpPr>
        <p:spPr>
          <a:xfrm>
            <a:off x="4617720" y="2286000"/>
            <a:ext cx="32004" cy="32004"/>
          </a:xfrm>
          <a:prstGeom prst="ellipse">
            <a:avLst/>
          </a:prstGeom>
          <a:solidFill>
            <a:srgbClr val="222A3D"/>
          </a:solidFill>
          <a:ln/>
        </p:spPr>
      </p:sp>
      <p:sp>
        <p:nvSpPr>
          <p:cNvPr id="124" name="Shape 122"/>
          <p:cNvSpPr/>
          <p:nvPr/>
        </p:nvSpPr>
        <p:spPr>
          <a:xfrm>
            <a:off x="4617720" y="2743200"/>
            <a:ext cx="32004" cy="32004"/>
          </a:xfrm>
          <a:prstGeom prst="ellipse">
            <a:avLst/>
          </a:prstGeom>
          <a:solidFill>
            <a:srgbClr val="222A3D"/>
          </a:solidFill>
          <a:ln/>
        </p:spPr>
      </p:sp>
      <p:sp>
        <p:nvSpPr>
          <p:cNvPr id="125" name="Shape 123"/>
          <p:cNvSpPr/>
          <p:nvPr/>
        </p:nvSpPr>
        <p:spPr>
          <a:xfrm>
            <a:off x="4617720" y="3200400"/>
            <a:ext cx="32004" cy="32004"/>
          </a:xfrm>
          <a:prstGeom prst="ellipse">
            <a:avLst/>
          </a:prstGeom>
          <a:solidFill>
            <a:srgbClr val="222A3D"/>
          </a:solidFill>
          <a:ln/>
        </p:spPr>
      </p:sp>
      <p:sp>
        <p:nvSpPr>
          <p:cNvPr id="126" name="Shape 124"/>
          <p:cNvSpPr/>
          <p:nvPr/>
        </p:nvSpPr>
        <p:spPr>
          <a:xfrm>
            <a:off x="4617720" y="3657600"/>
            <a:ext cx="32004" cy="32004"/>
          </a:xfrm>
          <a:prstGeom prst="ellipse">
            <a:avLst/>
          </a:prstGeom>
          <a:solidFill>
            <a:srgbClr val="222A3D"/>
          </a:solidFill>
          <a:ln/>
        </p:spPr>
      </p:sp>
      <p:sp>
        <p:nvSpPr>
          <p:cNvPr id="127" name="Shape 125"/>
          <p:cNvSpPr/>
          <p:nvPr/>
        </p:nvSpPr>
        <p:spPr>
          <a:xfrm>
            <a:off x="4617720" y="4114800"/>
            <a:ext cx="32004" cy="32004"/>
          </a:xfrm>
          <a:prstGeom prst="ellipse">
            <a:avLst/>
          </a:prstGeom>
          <a:solidFill>
            <a:srgbClr val="222A3D"/>
          </a:solidFill>
          <a:ln/>
        </p:spPr>
      </p:sp>
      <p:sp>
        <p:nvSpPr>
          <p:cNvPr id="128" name="Shape 126"/>
          <p:cNvSpPr/>
          <p:nvPr/>
        </p:nvSpPr>
        <p:spPr>
          <a:xfrm>
            <a:off x="4617720" y="4572000"/>
            <a:ext cx="32004" cy="32004"/>
          </a:xfrm>
          <a:prstGeom prst="ellipse">
            <a:avLst/>
          </a:prstGeom>
          <a:solidFill>
            <a:srgbClr val="222A3D"/>
          </a:solidFill>
          <a:ln/>
        </p:spPr>
      </p:sp>
      <p:sp>
        <p:nvSpPr>
          <p:cNvPr id="129" name="Shape 127"/>
          <p:cNvSpPr/>
          <p:nvPr/>
        </p:nvSpPr>
        <p:spPr>
          <a:xfrm>
            <a:off x="4617720" y="5029200"/>
            <a:ext cx="32004" cy="32004"/>
          </a:xfrm>
          <a:prstGeom prst="ellipse">
            <a:avLst/>
          </a:prstGeom>
          <a:solidFill>
            <a:srgbClr val="222A3D"/>
          </a:solidFill>
          <a:ln/>
        </p:spPr>
      </p:sp>
      <p:sp>
        <p:nvSpPr>
          <p:cNvPr id="130" name="Shape 128"/>
          <p:cNvSpPr/>
          <p:nvPr/>
        </p:nvSpPr>
        <p:spPr>
          <a:xfrm>
            <a:off x="4617720" y="5486400"/>
            <a:ext cx="32004" cy="32004"/>
          </a:xfrm>
          <a:prstGeom prst="ellipse">
            <a:avLst/>
          </a:prstGeom>
          <a:solidFill>
            <a:srgbClr val="222A3D"/>
          </a:solidFill>
          <a:ln/>
        </p:spPr>
      </p:sp>
      <p:sp>
        <p:nvSpPr>
          <p:cNvPr id="131" name="Shape 129"/>
          <p:cNvSpPr/>
          <p:nvPr/>
        </p:nvSpPr>
        <p:spPr>
          <a:xfrm>
            <a:off x="4617720" y="5943600"/>
            <a:ext cx="32004" cy="32004"/>
          </a:xfrm>
          <a:prstGeom prst="ellipse">
            <a:avLst/>
          </a:prstGeom>
          <a:solidFill>
            <a:srgbClr val="222A3D"/>
          </a:solidFill>
          <a:ln/>
        </p:spPr>
      </p:sp>
      <p:sp>
        <p:nvSpPr>
          <p:cNvPr id="132" name="Shape 130"/>
          <p:cNvSpPr/>
          <p:nvPr/>
        </p:nvSpPr>
        <p:spPr>
          <a:xfrm>
            <a:off x="5074920" y="457200"/>
            <a:ext cx="32004" cy="32004"/>
          </a:xfrm>
          <a:prstGeom prst="ellipse">
            <a:avLst/>
          </a:prstGeom>
          <a:solidFill>
            <a:srgbClr val="222A3D"/>
          </a:solidFill>
          <a:ln/>
        </p:spPr>
      </p:sp>
      <p:sp>
        <p:nvSpPr>
          <p:cNvPr id="133" name="Shape 131"/>
          <p:cNvSpPr/>
          <p:nvPr/>
        </p:nvSpPr>
        <p:spPr>
          <a:xfrm>
            <a:off x="5074920" y="914400"/>
            <a:ext cx="32004" cy="32004"/>
          </a:xfrm>
          <a:prstGeom prst="ellipse">
            <a:avLst/>
          </a:prstGeom>
          <a:solidFill>
            <a:srgbClr val="222A3D"/>
          </a:solidFill>
          <a:ln/>
        </p:spPr>
      </p:sp>
      <p:sp>
        <p:nvSpPr>
          <p:cNvPr id="134" name="Shape 132"/>
          <p:cNvSpPr/>
          <p:nvPr/>
        </p:nvSpPr>
        <p:spPr>
          <a:xfrm>
            <a:off x="5074920" y="1371600"/>
            <a:ext cx="32004" cy="32004"/>
          </a:xfrm>
          <a:prstGeom prst="ellipse">
            <a:avLst/>
          </a:prstGeom>
          <a:solidFill>
            <a:srgbClr val="222A3D"/>
          </a:solidFill>
          <a:ln/>
        </p:spPr>
      </p:sp>
      <p:sp>
        <p:nvSpPr>
          <p:cNvPr id="135" name="Shape 133"/>
          <p:cNvSpPr/>
          <p:nvPr/>
        </p:nvSpPr>
        <p:spPr>
          <a:xfrm>
            <a:off x="5074920" y="1828800"/>
            <a:ext cx="32004" cy="32004"/>
          </a:xfrm>
          <a:prstGeom prst="ellipse">
            <a:avLst/>
          </a:prstGeom>
          <a:solidFill>
            <a:srgbClr val="222A3D"/>
          </a:solidFill>
          <a:ln/>
        </p:spPr>
      </p:sp>
      <p:sp>
        <p:nvSpPr>
          <p:cNvPr id="136" name="Shape 134"/>
          <p:cNvSpPr/>
          <p:nvPr/>
        </p:nvSpPr>
        <p:spPr>
          <a:xfrm>
            <a:off x="5074920" y="2286000"/>
            <a:ext cx="32004" cy="32004"/>
          </a:xfrm>
          <a:prstGeom prst="ellipse">
            <a:avLst/>
          </a:prstGeom>
          <a:solidFill>
            <a:srgbClr val="222A3D"/>
          </a:solidFill>
          <a:ln/>
        </p:spPr>
      </p:sp>
      <p:sp>
        <p:nvSpPr>
          <p:cNvPr id="137" name="Shape 135"/>
          <p:cNvSpPr/>
          <p:nvPr/>
        </p:nvSpPr>
        <p:spPr>
          <a:xfrm>
            <a:off x="5074920" y="2743200"/>
            <a:ext cx="32004" cy="32004"/>
          </a:xfrm>
          <a:prstGeom prst="ellipse">
            <a:avLst/>
          </a:prstGeom>
          <a:solidFill>
            <a:srgbClr val="222A3D"/>
          </a:solidFill>
          <a:ln/>
        </p:spPr>
      </p:sp>
      <p:sp>
        <p:nvSpPr>
          <p:cNvPr id="138" name="Shape 136"/>
          <p:cNvSpPr/>
          <p:nvPr/>
        </p:nvSpPr>
        <p:spPr>
          <a:xfrm>
            <a:off x="5074920" y="3200400"/>
            <a:ext cx="32004" cy="32004"/>
          </a:xfrm>
          <a:prstGeom prst="ellipse">
            <a:avLst/>
          </a:prstGeom>
          <a:solidFill>
            <a:srgbClr val="222A3D"/>
          </a:solidFill>
          <a:ln/>
        </p:spPr>
      </p:sp>
      <p:sp>
        <p:nvSpPr>
          <p:cNvPr id="139" name="Shape 137"/>
          <p:cNvSpPr/>
          <p:nvPr/>
        </p:nvSpPr>
        <p:spPr>
          <a:xfrm>
            <a:off x="5074920" y="3657600"/>
            <a:ext cx="32004" cy="32004"/>
          </a:xfrm>
          <a:prstGeom prst="ellipse">
            <a:avLst/>
          </a:prstGeom>
          <a:solidFill>
            <a:srgbClr val="222A3D"/>
          </a:solidFill>
          <a:ln/>
        </p:spPr>
      </p:sp>
      <p:sp>
        <p:nvSpPr>
          <p:cNvPr id="140" name="Shape 138"/>
          <p:cNvSpPr/>
          <p:nvPr/>
        </p:nvSpPr>
        <p:spPr>
          <a:xfrm>
            <a:off x="5074920" y="4114800"/>
            <a:ext cx="32004" cy="32004"/>
          </a:xfrm>
          <a:prstGeom prst="ellipse">
            <a:avLst/>
          </a:prstGeom>
          <a:solidFill>
            <a:srgbClr val="222A3D"/>
          </a:solidFill>
          <a:ln/>
        </p:spPr>
      </p:sp>
      <p:sp>
        <p:nvSpPr>
          <p:cNvPr id="141" name="Shape 139"/>
          <p:cNvSpPr/>
          <p:nvPr/>
        </p:nvSpPr>
        <p:spPr>
          <a:xfrm>
            <a:off x="5074920" y="4572000"/>
            <a:ext cx="32004" cy="32004"/>
          </a:xfrm>
          <a:prstGeom prst="ellipse">
            <a:avLst/>
          </a:prstGeom>
          <a:solidFill>
            <a:srgbClr val="222A3D"/>
          </a:solidFill>
          <a:ln/>
        </p:spPr>
      </p:sp>
      <p:sp>
        <p:nvSpPr>
          <p:cNvPr id="142" name="Shape 140"/>
          <p:cNvSpPr/>
          <p:nvPr/>
        </p:nvSpPr>
        <p:spPr>
          <a:xfrm>
            <a:off x="5074920" y="5029200"/>
            <a:ext cx="32004" cy="32004"/>
          </a:xfrm>
          <a:prstGeom prst="ellipse">
            <a:avLst/>
          </a:prstGeom>
          <a:solidFill>
            <a:srgbClr val="222A3D"/>
          </a:solidFill>
          <a:ln/>
        </p:spPr>
      </p:sp>
      <p:sp>
        <p:nvSpPr>
          <p:cNvPr id="143" name="Shape 141"/>
          <p:cNvSpPr/>
          <p:nvPr/>
        </p:nvSpPr>
        <p:spPr>
          <a:xfrm>
            <a:off x="5074920" y="5486400"/>
            <a:ext cx="32004" cy="32004"/>
          </a:xfrm>
          <a:prstGeom prst="ellipse">
            <a:avLst/>
          </a:prstGeom>
          <a:solidFill>
            <a:srgbClr val="222A3D"/>
          </a:solidFill>
          <a:ln/>
        </p:spPr>
      </p:sp>
      <p:sp>
        <p:nvSpPr>
          <p:cNvPr id="144" name="Shape 142"/>
          <p:cNvSpPr/>
          <p:nvPr/>
        </p:nvSpPr>
        <p:spPr>
          <a:xfrm>
            <a:off x="5074920" y="5943600"/>
            <a:ext cx="32004" cy="32004"/>
          </a:xfrm>
          <a:prstGeom prst="ellipse">
            <a:avLst/>
          </a:prstGeom>
          <a:solidFill>
            <a:srgbClr val="222A3D"/>
          </a:solidFill>
          <a:ln/>
        </p:spPr>
      </p:sp>
      <p:sp>
        <p:nvSpPr>
          <p:cNvPr id="145" name="Shape 143"/>
          <p:cNvSpPr/>
          <p:nvPr/>
        </p:nvSpPr>
        <p:spPr>
          <a:xfrm>
            <a:off x="5532120" y="457200"/>
            <a:ext cx="32004" cy="32004"/>
          </a:xfrm>
          <a:prstGeom prst="ellipse">
            <a:avLst/>
          </a:prstGeom>
          <a:solidFill>
            <a:srgbClr val="222A3D"/>
          </a:solidFill>
          <a:ln/>
        </p:spPr>
      </p:sp>
      <p:sp>
        <p:nvSpPr>
          <p:cNvPr id="146" name="Shape 144"/>
          <p:cNvSpPr/>
          <p:nvPr/>
        </p:nvSpPr>
        <p:spPr>
          <a:xfrm>
            <a:off x="5532120" y="914400"/>
            <a:ext cx="32004" cy="32004"/>
          </a:xfrm>
          <a:prstGeom prst="ellipse">
            <a:avLst/>
          </a:prstGeom>
          <a:solidFill>
            <a:srgbClr val="222A3D"/>
          </a:solidFill>
          <a:ln/>
        </p:spPr>
      </p:sp>
      <p:sp>
        <p:nvSpPr>
          <p:cNvPr id="147" name="Shape 145"/>
          <p:cNvSpPr/>
          <p:nvPr/>
        </p:nvSpPr>
        <p:spPr>
          <a:xfrm>
            <a:off x="5532120" y="1371600"/>
            <a:ext cx="32004" cy="32004"/>
          </a:xfrm>
          <a:prstGeom prst="ellipse">
            <a:avLst/>
          </a:prstGeom>
          <a:solidFill>
            <a:srgbClr val="222A3D"/>
          </a:solidFill>
          <a:ln/>
        </p:spPr>
      </p:sp>
      <p:sp>
        <p:nvSpPr>
          <p:cNvPr id="148" name="Shape 146"/>
          <p:cNvSpPr/>
          <p:nvPr/>
        </p:nvSpPr>
        <p:spPr>
          <a:xfrm>
            <a:off x="5532120" y="1828800"/>
            <a:ext cx="32004" cy="32004"/>
          </a:xfrm>
          <a:prstGeom prst="ellipse">
            <a:avLst/>
          </a:prstGeom>
          <a:solidFill>
            <a:srgbClr val="222A3D"/>
          </a:solidFill>
          <a:ln/>
        </p:spPr>
      </p:sp>
      <p:sp>
        <p:nvSpPr>
          <p:cNvPr id="149" name="Shape 147"/>
          <p:cNvSpPr/>
          <p:nvPr/>
        </p:nvSpPr>
        <p:spPr>
          <a:xfrm>
            <a:off x="5532120" y="2286000"/>
            <a:ext cx="32004" cy="32004"/>
          </a:xfrm>
          <a:prstGeom prst="ellipse">
            <a:avLst/>
          </a:prstGeom>
          <a:solidFill>
            <a:srgbClr val="222A3D"/>
          </a:solidFill>
          <a:ln/>
        </p:spPr>
      </p:sp>
      <p:sp>
        <p:nvSpPr>
          <p:cNvPr id="150" name="Shape 148"/>
          <p:cNvSpPr/>
          <p:nvPr/>
        </p:nvSpPr>
        <p:spPr>
          <a:xfrm>
            <a:off x="5532120" y="2743200"/>
            <a:ext cx="32004" cy="32004"/>
          </a:xfrm>
          <a:prstGeom prst="ellipse">
            <a:avLst/>
          </a:prstGeom>
          <a:solidFill>
            <a:srgbClr val="222A3D"/>
          </a:solidFill>
          <a:ln/>
        </p:spPr>
      </p:sp>
      <p:sp>
        <p:nvSpPr>
          <p:cNvPr id="151" name="Shape 149"/>
          <p:cNvSpPr/>
          <p:nvPr/>
        </p:nvSpPr>
        <p:spPr>
          <a:xfrm>
            <a:off x="5532120" y="3200400"/>
            <a:ext cx="32004" cy="32004"/>
          </a:xfrm>
          <a:prstGeom prst="ellipse">
            <a:avLst/>
          </a:prstGeom>
          <a:solidFill>
            <a:srgbClr val="222A3D"/>
          </a:solidFill>
          <a:ln/>
        </p:spPr>
      </p:sp>
      <p:sp>
        <p:nvSpPr>
          <p:cNvPr id="152" name="Shape 150"/>
          <p:cNvSpPr/>
          <p:nvPr/>
        </p:nvSpPr>
        <p:spPr>
          <a:xfrm>
            <a:off x="5532120" y="3657600"/>
            <a:ext cx="32004" cy="32004"/>
          </a:xfrm>
          <a:prstGeom prst="ellipse">
            <a:avLst/>
          </a:prstGeom>
          <a:solidFill>
            <a:srgbClr val="222A3D"/>
          </a:solidFill>
          <a:ln/>
        </p:spPr>
      </p:sp>
      <p:sp>
        <p:nvSpPr>
          <p:cNvPr id="153" name="Shape 151"/>
          <p:cNvSpPr/>
          <p:nvPr/>
        </p:nvSpPr>
        <p:spPr>
          <a:xfrm>
            <a:off x="5532120" y="4114800"/>
            <a:ext cx="32004" cy="32004"/>
          </a:xfrm>
          <a:prstGeom prst="ellipse">
            <a:avLst/>
          </a:prstGeom>
          <a:solidFill>
            <a:srgbClr val="222A3D"/>
          </a:solidFill>
          <a:ln/>
        </p:spPr>
      </p:sp>
      <p:sp>
        <p:nvSpPr>
          <p:cNvPr id="154" name="Shape 152"/>
          <p:cNvSpPr/>
          <p:nvPr/>
        </p:nvSpPr>
        <p:spPr>
          <a:xfrm>
            <a:off x="5532120" y="4572000"/>
            <a:ext cx="32004" cy="32004"/>
          </a:xfrm>
          <a:prstGeom prst="ellipse">
            <a:avLst/>
          </a:prstGeom>
          <a:solidFill>
            <a:srgbClr val="222A3D"/>
          </a:solidFill>
          <a:ln/>
        </p:spPr>
      </p:sp>
      <p:sp>
        <p:nvSpPr>
          <p:cNvPr id="155" name="Shape 153"/>
          <p:cNvSpPr/>
          <p:nvPr/>
        </p:nvSpPr>
        <p:spPr>
          <a:xfrm>
            <a:off x="5532120" y="5029200"/>
            <a:ext cx="32004" cy="32004"/>
          </a:xfrm>
          <a:prstGeom prst="ellipse">
            <a:avLst/>
          </a:prstGeom>
          <a:solidFill>
            <a:srgbClr val="222A3D"/>
          </a:solidFill>
          <a:ln/>
        </p:spPr>
      </p:sp>
      <p:sp>
        <p:nvSpPr>
          <p:cNvPr id="156" name="Shape 154"/>
          <p:cNvSpPr/>
          <p:nvPr/>
        </p:nvSpPr>
        <p:spPr>
          <a:xfrm>
            <a:off x="5532120" y="5486400"/>
            <a:ext cx="32004" cy="32004"/>
          </a:xfrm>
          <a:prstGeom prst="ellipse">
            <a:avLst/>
          </a:prstGeom>
          <a:solidFill>
            <a:srgbClr val="222A3D"/>
          </a:solidFill>
          <a:ln/>
        </p:spPr>
      </p:sp>
      <p:sp>
        <p:nvSpPr>
          <p:cNvPr id="157" name="Shape 155"/>
          <p:cNvSpPr/>
          <p:nvPr/>
        </p:nvSpPr>
        <p:spPr>
          <a:xfrm>
            <a:off x="5532120" y="5943600"/>
            <a:ext cx="32004" cy="32004"/>
          </a:xfrm>
          <a:prstGeom prst="ellipse">
            <a:avLst/>
          </a:prstGeom>
          <a:solidFill>
            <a:srgbClr val="222A3D"/>
          </a:solidFill>
          <a:ln/>
        </p:spPr>
      </p:sp>
      <p:sp>
        <p:nvSpPr>
          <p:cNvPr id="158" name="Shape 156"/>
          <p:cNvSpPr/>
          <p:nvPr/>
        </p:nvSpPr>
        <p:spPr>
          <a:xfrm>
            <a:off x="5989320" y="457200"/>
            <a:ext cx="32004" cy="32004"/>
          </a:xfrm>
          <a:prstGeom prst="ellipse">
            <a:avLst/>
          </a:prstGeom>
          <a:solidFill>
            <a:srgbClr val="222A3D"/>
          </a:solidFill>
          <a:ln/>
        </p:spPr>
      </p:sp>
      <p:sp>
        <p:nvSpPr>
          <p:cNvPr id="159" name="Shape 157"/>
          <p:cNvSpPr/>
          <p:nvPr/>
        </p:nvSpPr>
        <p:spPr>
          <a:xfrm>
            <a:off x="5989320" y="914400"/>
            <a:ext cx="32004" cy="32004"/>
          </a:xfrm>
          <a:prstGeom prst="ellipse">
            <a:avLst/>
          </a:prstGeom>
          <a:solidFill>
            <a:srgbClr val="222A3D"/>
          </a:solidFill>
          <a:ln/>
        </p:spPr>
      </p:sp>
      <p:sp>
        <p:nvSpPr>
          <p:cNvPr id="160" name="Shape 158"/>
          <p:cNvSpPr/>
          <p:nvPr/>
        </p:nvSpPr>
        <p:spPr>
          <a:xfrm>
            <a:off x="5989320" y="1371600"/>
            <a:ext cx="32004" cy="32004"/>
          </a:xfrm>
          <a:prstGeom prst="ellipse">
            <a:avLst/>
          </a:prstGeom>
          <a:solidFill>
            <a:srgbClr val="222A3D"/>
          </a:solidFill>
          <a:ln/>
        </p:spPr>
      </p:sp>
      <p:sp>
        <p:nvSpPr>
          <p:cNvPr id="161" name="Shape 159"/>
          <p:cNvSpPr/>
          <p:nvPr/>
        </p:nvSpPr>
        <p:spPr>
          <a:xfrm>
            <a:off x="5989320" y="1828800"/>
            <a:ext cx="32004" cy="32004"/>
          </a:xfrm>
          <a:prstGeom prst="ellipse">
            <a:avLst/>
          </a:prstGeom>
          <a:solidFill>
            <a:srgbClr val="222A3D"/>
          </a:solidFill>
          <a:ln/>
        </p:spPr>
      </p:sp>
      <p:sp>
        <p:nvSpPr>
          <p:cNvPr id="162" name="Shape 160"/>
          <p:cNvSpPr/>
          <p:nvPr/>
        </p:nvSpPr>
        <p:spPr>
          <a:xfrm>
            <a:off x="5989320" y="2286000"/>
            <a:ext cx="32004" cy="32004"/>
          </a:xfrm>
          <a:prstGeom prst="ellipse">
            <a:avLst/>
          </a:prstGeom>
          <a:solidFill>
            <a:srgbClr val="222A3D"/>
          </a:solidFill>
          <a:ln/>
        </p:spPr>
      </p:sp>
      <p:sp>
        <p:nvSpPr>
          <p:cNvPr id="163" name="Shape 161"/>
          <p:cNvSpPr/>
          <p:nvPr/>
        </p:nvSpPr>
        <p:spPr>
          <a:xfrm>
            <a:off x="5989320" y="2743200"/>
            <a:ext cx="32004" cy="32004"/>
          </a:xfrm>
          <a:prstGeom prst="ellipse">
            <a:avLst/>
          </a:prstGeom>
          <a:solidFill>
            <a:srgbClr val="222A3D"/>
          </a:solidFill>
          <a:ln/>
        </p:spPr>
      </p:sp>
      <p:sp>
        <p:nvSpPr>
          <p:cNvPr id="164" name="Shape 162"/>
          <p:cNvSpPr/>
          <p:nvPr/>
        </p:nvSpPr>
        <p:spPr>
          <a:xfrm>
            <a:off x="5989320" y="3200400"/>
            <a:ext cx="32004" cy="32004"/>
          </a:xfrm>
          <a:prstGeom prst="ellipse">
            <a:avLst/>
          </a:prstGeom>
          <a:solidFill>
            <a:srgbClr val="222A3D"/>
          </a:solidFill>
          <a:ln/>
        </p:spPr>
      </p:sp>
      <p:sp>
        <p:nvSpPr>
          <p:cNvPr id="165" name="Shape 163"/>
          <p:cNvSpPr/>
          <p:nvPr/>
        </p:nvSpPr>
        <p:spPr>
          <a:xfrm>
            <a:off x="5989320" y="3657600"/>
            <a:ext cx="32004" cy="32004"/>
          </a:xfrm>
          <a:prstGeom prst="ellipse">
            <a:avLst/>
          </a:prstGeom>
          <a:solidFill>
            <a:srgbClr val="222A3D"/>
          </a:solidFill>
          <a:ln/>
        </p:spPr>
      </p:sp>
      <p:sp>
        <p:nvSpPr>
          <p:cNvPr id="166" name="Shape 164"/>
          <p:cNvSpPr/>
          <p:nvPr/>
        </p:nvSpPr>
        <p:spPr>
          <a:xfrm>
            <a:off x="5989320" y="4114800"/>
            <a:ext cx="32004" cy="32004"/>
          </a:xfrm>
          <a:prstGeom prst="ellipse">
            <a:avLst/>
          </a:prstGeom>
          <a:solidFill>
            <a:srgbClr val="222A3D"/>
          </a:solidFill>
          <a:ln/>
        </p:spPr>
      </p:sp>
      <p:sp>
        <p:nvSpPr>
          <p:cNvPr id="167" name="Shape 165"/>
          <p:cNvSpPr/>
          <p:nvPr/>
        </p:nvSpPr>
        <p:spPr>
          <a:xfrm>
            <a:off x="5989320" y="4572000"/>
            <a:ext cx="32004" cy="32004"/>
          </a:xfrm>
          <a:prstGeom prst="ellipse">
            <a:avLst/>
          </a:prstGeom>
          <a:solidFill>
            <a:srgbClr val="222A3D"/>
          </a:solidFill>
          <a:ln/>
        </p:spPr>
      </p:sp>
      <p:sp>
        <p:nvSpPr>
          <p:cNvPr id="168" name="Shape 166"/>
          <p:cNvSpPr/>
          <p:nvPr/>
        </p:nvSpPr>
        <p:spPr>
          <a:xfrm>
            <a:off x="5989320" y="5029200"/>
            <a:ext cx="32004" cy="32004"/>
          </a:xfrm>
          <a:prstGeom prst="ellipse">
            <a:avLst/>
          </a:prstGeom>
          <a:solidFill>
            <a:srgbClr val="222A3D"/>
          </a:solidFill>
          <a:ln/>
        </p:spPr>
      </p:sp>
      <p:sp>
        <p:nvSpPr>
          <p:cNvPr id="169" name="Shape 167"/>
          <p:cNvSpPr/>
          <p:nvPr/>
        </p:nvSpPr>
        <p:spPr>
          <a:xfrm>
            <a:off x="5989320" y="5486400"/>
            <a:ext cx="32004" cy="32004"/>
          </a:xfrm>
          <a:prstGeom prst="ellipse">
            <a:avLst/>
          </a:prstGeom>
          <a:solidFill>
            <a:srgbClr val="222A3D"/>
          </a:solidFill>
          <a:ln/>
        </p:spPr>
      </p:sp>
      <p:sp>
        <p:nvSpPr>
          <p:cNvPr id="170" name="Shape 168"/>
          <p:cNvSpPr/>
          <p:nvPr/>
        </p:nvSpPr>
        <p:spPr>
          <a:xfrm>
            <a:off x="5989320" y="5943600"/>
            <a:ext cx="32004" cy="32004"/>
          </a:xfrm>
          <a:prstGeom prst="ellipse">
            <a:avLst/>
          </a:prstGeom>
          <a:solidFill>
            <a:srgbClr val="222A3D"/>
          </a:solidFill>
          <a:ln/>
        </p:spPr>
      </p:sp>
      <p:sp>
        <p:nvSpPr>
          <p:cNvPr id="171" name="Shape 169"/>
          <p:cNvSpPr/>
          <p:nvPr/>
        </p:nvSpPr>
        <p:spPr>
          <a:xfrm>
            <a:off x="6446520" y="457200"/>
            <a:ext cx="32004" cy="32004"/>
          </a:xfrm>
          <a:prstGeom prst="ellipse">
            <a:avLst/>
          </a:prstGeom>
          <a:solidFill>
            <a:srgbClr val="222A3D"/>
          </a:solidFill>
          <a:ln/>
        </p:spPr>
      </p:sp>
      <p:sp>
        <p:nvSpPr>
          <p:cNvPr id="172" name="Shape 170"/>
          <p:cNvSpPr/>
          <p:nvPr/>
        </p:nvSpPr>
        <p:spPr>
          <a:xfrm>
            <a:off x="6446520" y="914400"/>
            <a:ext cx="32004" cy="32004"/>
          </a:xfrm>
          <a:prstGeom prst="ellipse">
            <a:avLst/>
          </a:prstGeom>
          <a:solidFill>
            <a:srgbClr val="222A3D"/>
          </a:solidFill>
          <a:ln/>
        </p:spPr>
      </p:sp>
      <p:sp>
        <p:nvSpPr>
          <p:cNvPr id="173" name="Shape 171"/>
          <p:cNvSpPr/>
          <p:nvPr/>
        </p:nvSpPr>
        <p:spPr>
          <a:xfrm>
            <a:off x="6446520" y="1371600"/>
            <a:ext cx="32004" cy="32004"/>
          </a:xfrm>
          <a:prstGeom prst="ellipse">
            <a:avLst/>
          </a:prstGeom>
          <a:solidFill>
            <a:srgbClr val="222A3D"/>
          </a:solidFill>
          <a:ln/>
        </p:spPr>
      </p:sp>
      <p:sp>
        <p:nvSpPr>
          <p:cNvPr id="174" name="Shape 172"/>
          <p:cNvSpPr/>
          <p:nvPr/>
        </p:nvSpPr>
        <p:spPr>
          <a:xfrm>
            <a:off x="6446520" y="1828800"/>
            <a:ext cx="32004" cy="32004"/>
          </a:xfrm>
          <a:prstGeom prst="ellipse">
            <a:avLst/>
          </a:prstGeom>
          <a:solidFill>
            <a:srgbClr val="222A3D"/>
          </a:solidFill>
          <a:ln/>
        </p:spPr>
      </p:sp>
      <p:sp>
        <p:nvSpPr>
          <p:cNvPr id="175" name="Shape 173"/>
          <p:cNvSpPr/>
          <p:nvPr/>
        </p:nvSpPr>
        <p:spPr>
          <a:xfrm>
            <a:off x="6446520" y="2286000"/>
            <a:ext cx="32004" cy="32004"/>
          </a:xfrm>
          <a:prstGeom prst="ellipse">
            <a:avLst/>
          </a:prstGeom>
          <a:solidFill>
            <a:srgbClr val="222A3D"/>
          </a:solidFill>
          <a:ln/>
        </p:spPr>
      </p:sp>
      <p:sp>
        <p:nvSpPr>
          <p:cNvPr id="176" name="Shape 174"/>
          <p:cNvSpPr/>
          <p:nvPr/>
        </p:nvSpPr>
        <p:spPr>
          <a:xfrm>
            <a:off x="6446520" y="2743200"/>
            <a:ext cx="32004" cy="32004"/>
          </a:xfrm>
          <a:prstGeom prst="ellipse">
            <a:avLst/>
          </a:prstGeom>
          <a:solidFill>
            <a:srgbClr val="222A3D"/>
          </a:solidFill>
          <a:ln/>
        </p:spPr>
      </p:sp>
      <p:sp>
        <p:nvSpPr>
          <p:cNvPr id="177" name="Shape 175"/>
          <p:cNvSpPr/>
          <p:nvPr/>
        </p:nvSpPr>
        <p:spPr>
          <a:xfrm>
            <a:off x="6446520" y="3200400"/>
            <a:ext cx="32004" cy="32004"/>
          </a:xfrm>
          <a:prstGeom prst="ellipse">
            <a:avLst/>
          </a:prstGeom>
          <a:solidFill>
            <a:srgbClr val="222A3D"/>
          </a:solidFill>
          <a:ln/>
        </p:spPr>
      </p:sp>
      <p:sp>
        <p:nvSpPr>
          <p:cNvPr id="178" name="Shape 176"/>
          <p:cNvSpPr/>
          <p:nvPr/>
        </p:nvSpPr>
        <p:spPr>
          <a:xfrm>
            <a:off x="6446520" y="3657600"/>
            <a:ext cx="32004" cy="32004"/>
          </a:xfrm>
          <a:prstGeom prst="ellipse">
            <a:avLst/>
          </a:prstGeom>
          <a:solidFill>
            <a:srgbClr val="222A3D"/>
          </a:solidFill>
          <a:ln/>
        </p:spPr>
      </p:sp>
      <p:sp>
        <p:nvSpPr>
          <p:cNvPr id="179" name="Shape 177"/>
          <p:cNvSpPr/>
          <p:nvPr/>
        </p:nvSpPr>
        <p:spPr>
          <a:xfrm>
            <a:off x="6446520" y="4114800"/>
            <a:ext cx="32004" cy="32004"/>
          </a:xfrm>
          <a:prstGeom prst="ellipse">
            <a:avLst/>
          </a:prstGeom>
          <a:solidFill>
            <a:srgbClr val="222A3D"/>
          </a:solidFill>
          <a:ln/>
        </p:spPr>
      </p:sp>
      <p:sp>
        <p:nvSpPr>
          <p:cNvPr id="180" name="Shape 178"/>
          <p:cNvSpPr/>
          <p:nvPr/>
        </p:nvSpPr>
        <p:spPr>
          <a:xfrm>
            <a:off x="6446520" y="4572000"/>
            <a:ext cx="32004" cy="32004"/>
          </a:xfrm>
          <a:prstGeom prst="ellipse">
            <a:avLst/>
          </a:prstGeom>
          <a:solidFill>
            <a:srgbClr val="222A3D"/>
          </a:solidFill>
          <a:ln/>
        </p:spPr>
      </p:sp>
      <p:sp>
        <p:nvSpPr>
          <p:cNvPr id="181" name="Shape 179"/>
          <p:cNvSpPr/>
          <p:nvPr/>
        </p:nvSpPr>
        <p:spPr>
          <a:xfrm>
            <a:off x="6446520" y="5029200"/>
            <a:ext cx="32004" cy="32004"/>
          </a:xfrm>
          <a:prstGeom prst="ellipse">
            <a:avLst/>
          </a:prstGeom>
          <a:solidFill>
            <a:srgbClr val="222A3D"/>
          </a:solidFill>
          <a:ln/>
        </p:spPr>
      </p:sp>
      <p:sp>
        <p:nvSpPr>
          <p:cNvPr id="182" name="Shape 180"/>
          <p:cNvSpPr/>
          <p:nvPr/>
        </p:nvSpPr>
        <p:spPr>
          <a:xfrm>
            <a:off x="6446520" y="5486400"/>
            <a:ext cx="32004" cy="32004"/>
          </a:xfrm>
          <a:prstGeom prst="ellipse">
            <a:avLst/>
          </a:prstGeom>
          <a:solidFill>
            <a:srgbClr val="222A3D"/>
          </a:solidFill>
          <a:ln/>
        </p:spPr>
      </p:sp>
      <p:sp>
        <p:nvSpPr>
          <p:cNvPr id="183" name="Shape 181"/>
          <p:cNvSpPr/>
          <p:nvPr/>
        </p:nvSpPr>
        <p:spPr>
          <a:xfrm>
            <a:off x="6446520" y="5943600"/>
            <a:ext cx="32004" cy="32004"/>
          </a:xfrm>
          <a:prstGeom prst="ellipse">
            <a:avLst/>
          </a:prstGeom>
          <a:solidFill>
            <a:srgbClr val="222A3D"/>
          </a:solidFill>
          <a:ln/>
        </p:spPr>
      </p:sp>
      <p:sp>
        <p:nvSpPr>
          <p:cNvPr id="184" name="Shape 182"/>
          <p:cNvSpPr/>
          <p:nvPr/>
        </p:nvSpPr>
        <p:spPr>
          <a:xfrm>
            <a:off x="6903720" y="457200"/>
            <a:ext cx="32004" cy="32004"/>
          </a:xfrm>
          <a:prstGeom prst="ellipse">
            <a:avLst/>
          </a:prstGeom>
          <a:solidFill>
            <a:srgbClr val="222A3D"/>
          </a:solidFill>
          <a:ln/>
        </p:spPr>
      </p:sp>
      <p:sp>
        <p:nvSpPr>
          <p:cNvPr id="185" name="Shape 183"/>
          <p:cNvSpPr/>
          <p:nvPr/>
        </p:nvSpPr>
        <p:spPr>
          <a:xfrm>
            <a:off x="6903720" y="914400"/>
            <a:ext cx="32004" cy="32004"/>
          </a:xfrm>
          <a:prstGeom prst="ellipse">
            <a:avLst/>
          </a:prstGeom>
          <a:solidFill>
            <a:srgbClr val="222A3D"/>
          </a:solidFill>
          <a:ln/>
        </p:spPr>
      </p:sp>
      <p:sp>
        <p:nvSpPr>
          <p:cNvPr id="186" name="Shape 184"/>
          <p:cNvSpPr/>
          <p:nvPr/>
        </p:nvSpPr>
        <p:spPr>
          <a:xfrm>
            <a:off x="6903720" y="1371600"/>
            <a:ext cx="32004" cy="32004"/>
          </a:xfrm>
          <a:prstGeom prst="ellipse">
            <a:avLst/>
          </a:prstGeom>
          <a:solidFill>
            <a:srgbClr val="222A3D"/>
          </a:solidFill>
          <a:ln/>
        </p:spPr>
      </p:sp>
      <p:sp>
        <p:nvSpPr>
          <p:cNvPr id="187" name="Shape 185"/>
          <p:cNvSpPr/>
          <p:nvPr/>
        </p:nvSpPr>
        <p:spPr>
          <a:xfrm>
            <a:off x="6903720" y="1828800"/>
            <a:ext cx="32004" cy="32004"/>
          </a:xfrm>
          <a:prstGeom prst="ellipse">
            <a:avLst/>
          </a:prstGeom>
          <a:solidFill>
            <a:srgbClr val="222A3D"/>
          </a:solidFill>
          <a:ln/>
        </p:spPr>
      </p:sp>
      <p:sp>
        <p:nvSpPr>
          <p:cNvPr id="188" name="Shape 186"/>
          <p:cNvSpPr/>
          <p:nvPr/>
        </p:nvSpPr>
        <p:spPr>
          <a:xfrm>
            <a:off x="6903720" y="2286000"/>
            <a:ext cx="32004" cy="32004"/>
          </a:xfrm>
          <a:prstGeom prst="ellipse">
            <a:avLst/>
          </a:prstGeom>
          <a:solidFill>
            <a:srgbClr val="222A3D"/>
          </a:solidFill>
          <a:ln/>
        </p:spPr>
      </p:sp>
      <p:sp>
        <p:nvSpPr>
          <p:cNvPr id="189" name="Shape 187"/>
          <p:cNvSpPr/>
          <p:nvPr/>
        </p:nvSpPr>
        <p:spPr>
          <a:xfrm>
            <a:off x="6903720" y="2743200"/>
            <a:ext cx="32004" cy="32004"/>
          </a:xfrm>
          <a:prstGeom prst="ellipse">
            <a:avLst/>
          </a:prstGeom>
          <a:solidFill>
            <a:srgbClr val="222A3D"/>
          </a:solidFill>
          <a:ln/>
        </p:spPr>
      </p:sp>
      <p:sp>
        <p:nvSpPr>
          <p:cNvPr id="190" name="Shape 188"/>
          <p:cNvSpPr/>
          <p:nvPr/>
        </p:nvSpPr>
        <p:spPr>
          <a:xfrm>
            <a:off x="6903720" y="3200400"/>
            <a:ext cx="32004" cy="32004"/>
          </a:xfrm>
          <a:prstGeom prst="ellipse">
            <a:avLst/>
          </a:prstGeom>
          <a:solidFill>
            <a:srgbClr val="222A3D"/>
          </a:solidFill>
          <a:ln/>
        </p:spPr>
      </p:sp>
      <p:sp>
        <p:nvSpPr>
          <p:cNvPr id="191" name="Shape 189"/>
          <p:cNvSpPr/>
          <p:nvPr/>
        </p:nvSpPr>
        <p:spPr>
          <a:xfrm>
            <a:off x="6903720" y="3657600"/>
            <a:ext cx="32004" cy="32004"/>
          </a:xfrm>
          <a:prstGeom prst="ellipse">
            <a:avLst/>
          </a:prstGeom>
          <a:solidFill>
            <a:srgbClr val="222A3D"/>
          </a:solidFill>
          <a:ln/>
        </p:spPr>
      </p:sp>
      <p:sp>
        <p:nvSpPr>
          <p:cNvPr id="192" name="Shape 190"/>
          <p:cNvSpPr/>
          <p:nvPr/>
        </p:nvSpPr>
        <p:spPr>
          <a:xfrm>
            <a:off x="6903720" y="4114800"/>
            <a:ext cx="32004" cy="32004"/>
          </a:xfrm>
          <a:prstGeom prst="ellipse">
            <a:avLst/>
          </a:prstGeom>
          <a:solidFill>
            <a:srgbClr val="222A3D"/>
          </a:solidFill>
          <a:ln/>
        </p:spPr>
      </p:sp>
      <p:sp>
        <p:nvSpPr>
          <p:cNvPr id="193" name="Shape 191"/>
          <p:cNvSpPr/>
          <p:nvPr/>
        </p:nvSpPr>
        <p:spPr>
          <a:xfrm>
            <a:off x="6903720" y="4572000"/>
            <a:ext cx="32004" cy="32004"/>
          </a:xfrm>
          <a:prstGeom prst="ellipse">
            <a:avLst/>
          </a:prstGeom>
          <a:solidFill>
            <a:srgbClr val="222A3D"/>
          </a:solidFill>
          <a:ln/>
        </p:spPr>
      </p:sp>
      <p:sp>
        <p:nvSpPr>
          <p:cNvPr id="194" name="Shape 192"/>
          <p:cNvSpPr/>
          <p:nvPr/>
        </p:nvSpPr>
        <p:spPr>
          <a:xfrm>
            <a:off x="6903720" y="5029200"/>
            <a:ext cx="32004" cy="32004"/>
          </a:xfrm>
          <a:prstGeom prst="ellipse">
            <a:avLst/>
          </a:prstGeom>
          <a:solidFill>
            <a:srgbClr val="222A3D"/>
          </a:solidFill>
          <a:ln/>
        </p:spPr>
      </p:sp>
      <p:sp>
        <p:nvSpPr>
          <p:cNvPr id="195" name="Shape 193"/>
          <p:cNvSpPr/>
          <p:nvPr/>
        </p:nvSpPr>
        <p:spPr>
          <a:xfrm>
            <a:off x="6903720" y="5486400"/>
            <a:ext cx="32004" cy="32004"/>
          </a:xfrm>
          <a:prstGeom prst="ellipse">
            <a:avLst/>
          </a:prstGeom>
          <a:solidFill>
            <a:srgbClr val="222A3D"/>
          </a:solidFill>
          <a:ln/>
        </p:spPr>
      </p:sp>
      <p:sp>
        <p:nvSpPr>
          <p:cNvPr id="196" name="Shape 194"/>
          <p:cNvSpPr/>
          <p:nvPr/>
        </p:nvSpPr>
        <p:spPr>
          <a:xfrm>
            <a:off x="6903720" y="5943600"/>
            <a:ext cx="32004" cy="32004"/>
          </a:xfrm>
          <a:prstGeom prst="ellipse">
            <a:avLst/>
          </a:prstGeom>
          <a:solidFill>
            <a:srgbClr val="222A3D"/>
          </a:solidFill>
          <a:ln/>
        </p:spPr>
      </p:sp>
      <p:sp>
        <p:nvSpPr>
          <p:cNvPr id="197" name="Shape 195"/>
          <p:cNvSpPr/>
          <p:nvPr/>
        </p:nvSpPr>
        <p:spPr>
          <a:xfrm>
            <a:off x="7360920" y="457200"/>
            <a:ext cx="32004" cy="32004"/>
          </a:xfrm>
          <a:prstGeom prst="ellipse">
            <a:avLst/>
          </a:prstGeom>
          <a:solidFill>
            <a:srgbClr val="222A3D"/>
          </a:solidFill>
          <a:ln/>
        </p:spPr>
      </p:sp>
      <p:sp>
        <p:nvSpPr>
          <p:cNvPr id="198" name="Shape 196"/>
          <p:cNvSpPr/>
          <p:nvPr/>
        </p:nvSpPr>
        <p:spPr>
          <a:xfrm>
            <a:off x="7360920" y="914400"/>
            <a:ext cx="32004" cy="32004"/>
          </a:xfrm>
          <a:prstGeom prst="ellipse">
            <a:avLst/>
          </a:prstGeom>
          <a:solidFill>
            <a:srgbClr val="222A3D"/>
          </a:solidFill>
          <a:ln/>
        </p:spPr>
      </p:sp>
      <p:sp>
        <p:nvSpPr>
          <p:cNvPr id="199" name="Shape 197"/>
          <p:cNvSpPr/>
          <p:nvPr/>
        </p:nvSpPr>
        <p:spPr>
          <a:xfrm>
            <a:off x="7360920" y="1371600"/>
            <a:ext cx="32004" cy="32004"/>
          </a:xfrm>
          <a:prstGeom prst="ellipse">
            <a:avLst/>
          </a:prstGeom>
          <a:solidFill>
            <a:srgbClr val="222A3D"/>
          </a:solidFill>
          <a:ln/>
        </p:spPr>
      </p:sp>
      <p:sp>
        <p:nvSpPr>
          <p:cNvPr id="200" name="Shape 198"/>
          <p:cNvSpPr/>
          <p:nvPr/>
        </p:nvSpPr>
        <p:spPr>
          <a:xfrm>
            <a:off x="7360920" y="1828800"/>
            <a:ext cx="32004" cy="32004"/>
          </a:xfrm>
          <a:prstGeom prst="ellipse">
            <a:avLst/>
          </a:prstGeom>
          <a:solidFill>
            <a:srgbClr val="222A3D"/>
          </a:solidFill>
          <a:ln/>
        </p:spPr>
      </p:sp>
      <p:sp>
        <p:nvSpPr>
          <p:cNvPr id="201" name="Shape 199"/>
          <p:cNvSpPr/>
          <p:nvPr/>
        </p:nvSpPr>
        <p:spPr>
          <a:xfrm>
            <a:off x="7360920" y="2286000"/>
            <a:ext cx="32004" cy="32004"/>
          </a:xfrm>
          <a:prstGeom prst="ellipse">
            <a:avLst/>
          </a:prstGeom>
          <a:solidFill>
            <a:srgbClr val="222A3D"/>
          </a:solidFill>
          <a:ln/>
        </p:spPr>
      </p:sp>
      <p:sp>
        <p:nvSpPr>
          <p:cNvPr id="202" name="Shape 200"/>
          <p:cNvSpPr/>
          <p:nvPr/>
        </p:nvSpPr>
        <p:spPr>
          <a:xfrm>
            <a:off x="7360920" y="2743200"/>
            <a:ext cx="32004" cy="32004"/>
          </a:xfrm>
          <a:prstGeom prst="ellipse">
            <a:avLst/>
          </a:prstGeom>
          <a:solidFill>
            <a:srgbClr val="222A3D"/>
          </a:solidFill>
          <a:ln/>
        </p:spPr>
      </p:sp>
      <p:sp>
        <p:nvSpPr>
          <p:cNvPr id="203" name="Shape 201"/>
          <p:cNvSpPr/>
          <p:nvPr/>
        </p:nvSpPr>
        <p:spPr>
          <a:xfrm>
            <a:off x="7360920" y="3200400"/>
            <a:ext cx="32004" cy="32004"/>
          </a:xfrm>
          <a:prstGeom prst="ellipse">
            <a:avLst/>
          </a:prstGeom>
          <a:solidFill>
            <a:srgbClr val="222A3D"/>
          </a:solidFill>
          <a:ln/>
        </p:spPr>
      </p:sp>
      <p:sp>
        <p:nvSpPr>
          <p:cNvPr id="204" name="Shape 202"/>
          <p:cNvSpPr/>
          <p:nvPr/>
        </p:nvSpPr>
        <p:spPr>
          <a:xfrm>
            <a:off x="7360920" y="3657600"/>
            <a:ext cx="32004" cy="32004"/>
          </a:xfrm>
          <a:prstGeom prst="ellipse">
            <a:avLst/>
          </a:prstGeom>
          <a:solidFill>
            <a:srgbClr val="222A3D"/>
          </a:solidFill>
          <a:ln/>
        </p:spPr>
      </p:sp>
      <p:sp>
        <p:nvSpPr>
          <p:cNvPr id="205" name="Shape 203"/>
          <p:cNvSpPr/>
          <p:nvPr/>
        </p:nvSpPr>
        <p:spPr>
          <a:xfrm>
            <a:off x="7360920" y="4114800"/>
            <a:ext cx="32004" cy="32004"/>
          </a:xfrm>
          <a:prstGeom prst="ellipse">
            <a:avLst/>
          </a:prstGeom>
          <a:solidFill>
            <a:srgbClr val="222A3D"/>
          </a:solidFill>
          <a:ln/>
        </p:spPr>
      </p:sp>
      <p:sp>
        <p:nvSpPr>
          <p:cNvPr id="206" name="Shape 204"/>
          <p:cNvSpPr/>
          <p:nvPr/>
        </p:nvSpPr>
        <p:spPr>
          <a:xfrm>
            <a:off x="7360920" y="4572000"/>
            <a:ext cx="32004" cy="32004"/>
          </a:xfrm>
          <a:prstGeom prst="ellipse">
            <a:avLst/>
          </a:prstGeom>
          <a:solidFill>
            <a:srgbClr val="222A3D"/>
          </a:solidFill>
          <a:ln/>
        </p:spPr>
      </p:sp>
      <p:sp>
        <p:nvSpPr>
          <p:cNvPr id="207" name="Shape 205"/>
          <p:cNvSpPr/>
          <p:nvPr/>
        </p:nvSpPr>
        <p:spPr>
          <a:xfrm>
            <a:off x="7360920" y="5029200"/>
            <a:ext cx="32004" cy="32004"/>
          </a:xfrm>
          <a:prstGeom prst="ellipse">
            <a:avLst/>
          </a:prstGeom>
          <a:solidFill>
            <a:srgbClr val="222A3D"/>
          </a:solidFill>
          <a:ln/>
        </p:spPr>
      </p:sp>
      <p:sp>
        <p:nvSpPr>
          <p:cNvPr id="208" name="Shape 206"/>
          <p:cNvSpPr/>
          <p:nvPr/>
        </p:nvSpPr>
        <p:spPr>
          <a:xfrm>
            <a:off x="7360920" y="5486400"/>
            <a:ext cx="32004" cy="32004"/>
          </a:xfrm>
          <a:prstGeom prst="ellipse">
            <a:avLst/>
          </a:prstGeom>
          <a:solidFill>
            <a:srgbClr val="222A3D"/>
          </a:solidFill>
          <a:ln/>
        </p:spPr>
      </p:sp>
      <p:sp>
        <p:nvSpPr>
          <p:cNvPr id="209" name="Shape 207"/>
          <p:cNvSpPr/>
          <p:nvPr/>
        </p:nvSpPr>
        <p:spPr>
          <a:xfrm>
            <a:off x="7360920" y="5943600"/>
            <a:ext cx="32004" cy="32004"/>
          </a:xfrm>
          <a:prstGeom prst="ellipse">
            <a:avLst/>
          </a:prstGeom>
          <a:solidFill>
            <a:srgbClr val="222A3D"/>
          </a:solidFill>
          <a:ln/>
        </p:spPr>
      </p:sp>
      <p:sp>
        <p:nvSpPr>
          <p:cNvPr id="210" name="Shape 208"/>
          <p:cNvSpPr/>
          <p:nvPr/>
        </p:nvSpPr>
        <p:spPr>
          <a:xfrm>
            <a:off x="7818120" y="457200"/>
            <a:ext cx="32004" cy="32004"/>
          </a:xfrm>
          <a:prstGeom prst="ellipse">
            <a:avLst/>
          </a:prstGeom>
          <a:solidFill>
            <a:srgbClr val="222A3D"/>
          </a:solidFill>
          <a:ln/>
        </p:spPr>
      </p:sp>
      <p:sp>
        <p:nvSpPr>
          <p:cNvPr id="211" name="Shape 209"/>
          <p:cNvSpPr/>
          <p:nvPr/>
        </p:nvSpPr>
        <p:spPr>
          <a:xfrm>
            <a:off x="7818120" y="914400"/>
            <a:ext cx="32004" cy="32004"/>
          </a:xfrm>
          <a:prstGeom prst="ellipse">
            <a:avLst/>
          </a:prstGeom>
          <a:solidFill>
            <a:srgbClr val="222A3D"/>
          </a:solidFill>
          <a:ln/>
        </p:spPr>
      </p:sp>
      <p:sp>
        <p:nvSpPr>
          <p:cNvPr id="212" name="Shape 210"/>
          <p:cNvSpPr/>
          <p:nvPr/>
        </p:nvSpPr>
        <p:spPr>
          <a:xfrm>
            <a:off x="7818120" y="1371600"/>
            <a:ext cx="32004" cy="32004"/>
          </a:xfrm>
          <a:prstGeom prst="ellipse">
            <a:avLst/>
          </a:prstGeom>
          <a:solidFill>
            <a:srgbClr val="222A3D"/>
          </a:solidFill>
          <a:ln/>
        </p:spPr>
      </p:sp>
      <p:sp>
        <p:nvSpPr>
          <p:cNvPr id="213" name="Shape 211"/>
          <p:cNvSpPr/>
          <p:nvPr/>
        </p:nvSpPr>
        <p:spPr>
          <a:xfrm>
            <a:off x="7818120" y="1828800"/>
            <a:ext cx="32004" cy="32004"/>
          </a:xfrm>
          <a:prstGeom prst="ellipse">
            <a:avLst/>
          </a:prstGeom>
          <a:solidFill>
            <a:srgbClr val="222A3D"/>
          </a:solidFill>
          <a:ln/>
        </p:spPr>
      </p:sp>
      <p:sp>
        <p:nvSpPr>
          <p:cNvPr id="214" name="Shape 212"/>
          <p:cNvSpPr/>
          <p:nvPr/>
        </p:nvSpPr>
        <p:spPr>
          <a:xfrm>
            <a:off x="7818120" y="2286000"/>
            <a:ext cx="32004" cy="32004"/>
          </a:xfrm>
          <a:prstGeom prst="ellipse">
            <a:avLst/>
          </a:prstGeom>
          <a:solidFill>
            <a:srgbClr val="222A3D"/>
          </a:solidFill>
          <a:ln/>
        </p:spPr>
      </p:sp>
      <p:sp>
        <p:nvSpPr>
          <p:cNvPr id="215" name="Shape 213"/>
          <p:cNvSpPr/>
          <p:nvPr/>
        </p:nvSpPr>
        <p:spPr>
          <a:xfrm>
            <a:off x="7818120" y="2743200"/>
            <a:ext cx="32004" cy="32004"/>
          </a:xfrm>
          <a:prstGeom prst="ellipse">
            <a:avLst/>
          </a:prstGeom>
          <a:solidFill>
            <a:srgbClr val="222A3D"/>
          </a:solidFill>
          <a:ln/>
        </p:spPr>
      </p:sp>
      <p:sp>
        <p:nvSpPr>
          <p:cNvPr id="216" name="Shape 214"/>
          <p:cNvSpPr/>
          <p:nvPr/>
        </p:nvSpPr>
        <p:spPr>
          <a:xfrm>
            <a:off x="7818120" y="3200400"/>
            <a:ext cx="32004" cy="32004"/>
          </a:xfrm>
          <a:prstGeom prst="ellipse">
            <a:avLst/>
          </a:prstGeom>
          <a:solidFill>
            <a:srgbClr val="222A3D"/>
          </a:solidFill>
          <a:ln/>
        </p:spPr>
      </p:sp>
      <p:sp>
        <p:nvSpPr>
          <p:cNvPr id="217" name="Shape 215"/>
          <p:cNvSpPr/>
          <p:nvPr/>
        </p:nvSpPr>
        <p:spPr>
          <a:xfrm>
            <a:off x="7818120" y="3657600"/>
            <a:ext cx="32004" cy="32004"/>
          </a:xfrm>
          <a:prstGeom prst="ellipse">
            <a:avLst/>
          </a:prstGeom>
          <a:solidFill>
            <a:srgbClr val="222A3D"/>
          </a:solidFill>
          <a:ln/>
        </p:spPr>
      </p:sp>
      <p:sp>
        <p:nvSpPr>
          <p:cNvPr id="218" name="Shape 216"/>
          <p:cNvSpPr/>
          <p:nvPr/>
        </p:nvSpPr>
        <p:spPr>
          <a:xfrm>
            <a:off x="7818120" y="4114800"/>
            <a:ext cx="32004" cy="32004"/>
          </a:xfrm>
          <a:prstGeom prst="ellipse">
            <a:avLst/>
          </a:prstGeom>
          <a:solidFill>
            <a:srgbClr val="222A3D"/>
          </a:solidFill>
          <a:ln/>
        </p:spPr>
      </p:sp>
      <p:sp>
        <p:nvSpPr>
          <p:cNvPr id="219" name="Shape 217"/>
          <p:cNvSpPr/>
          <p:nvPr/>
        </p:nvSpPr>
        <p:spPr>
          <a:xfrm>
            <a:off x="7818120" y="4572000"/>
            <a:ext cx="32004" cy="32004"/>
          </a:xfrm>
          <a:prstGeom prst="ellipse">
            <a:avLst/>
          </a:prstGeom>
          <a:solidFill>
            <a:srgbClr val="222A3D"/>
          </a:solidFill>
          <a:ln/>
        </p:spPr>
      </p:sp>
      <p:sp>
        <p:nvSpPr>
          <p:cNvPr id="220" name="Shape 218"/>
          <p:cNvSpPr/>
          <p:nvPr/>
        </p:nvSpPr>
        <p:spPr>
          <a:xfrm>
            <a:off x="7818120" y="5029200"/>
            <a:ext cx="32004" cy="32004"/>
          </a:xfrm>
          <a:prstGeom prst="ellipse">
            <a:avLst/>
          </a:prstGeom>
          <a:solidFill>
            <a:srgbClr val="222A3D"/>
          </a:solidFill>
          <a:ln/>
        </p:spPr>
      </p:sp>
      <p:sp>
        <p:nvSpPr>
          <p:cNvPr id="221" name="Shape 219"/>
          <p:cNvSpPr/>
          <p:nvPr/>
        </p:nvSpPr>
        <p:spPr>
          <a:xfrm>
            <a:off x="7818120" y="5486400"/>
            <a:ext cx="32004" cy="32004"/>
          </a:xfrm>
          <a:prstGeom prst="ellipse">
            <a:avLst/>
          </a:prstGeom>
          <a:solidFill>
            <a:srgbClr val="222A3D"/>
          </a:solidFill>
          <a:ln/>
        </p:spPr>
      </p:sp>
      <p:sp>
        <p:nvSpPr>
          <p:cNvPr id="222" name="Shape 220"/>
          <p:cNvSpPr/>
          <p:nvPr/>
        </p:nvSpPr>
        <p:spPr>
          <a:xfrm>
            <a:off x="7818120" y="5943600"/>
            <a:ext cx="32004" cy="32004"/>
          </a:xfrm>
          <a:prstGeom prst="ellipse">
            <a:avLst/>
          </a:prstGeom>
          <a:solidFill>
            <a:srgbClr val="222A3D"/>
          </a:solidFill>
          <a:ln/>
        </p:spPr>
      </p:sp>
      <p:sp>
        <p:nvSpPr>
          <p:cNvPr id="223" name="Shape 221"/>
          <p:cNvSpPr/>
          <p:nvPr/>
        </p:nvSpPr>
        <p:spPr>
          <a:xfrm>
            <a:off x="8275320" y="457200"/>
            <a:ext cx="32004" cy="32004"/>
          </a:xfrm>
          <a:prstGeom prst="ellipse">
            <a:avLst/>
          </a:prstGeom>
          <a:solidFill>
            <a:srgbClr val="222A3D"/>
          </a:solidFill>
          <a:ln/>
        </p:spPr>
      </p:sp>
      <p:sp>
        <p:nvSpPr>
          <p:cNvPr id="224" name="Shape 222"/>
          <p:cNvSpPr/>
          <p:nvPr/>
        </p:nvSpPr>
        <p:spPr>
          <a:xfrm>
            <a:off x="8275320" y="914400"/>
            <a:ext cx="32004" cy="32004"/>
          </a:xfrm>
          <a:prstGeom prst="ellipse">
            <a:avLst/>
          </a:prstGeom>
          <a:solidFill>
            <a:srgbClr val="222A3D"/>
          </a:solidFill>
          <a:ln/>
        </p:spPr>
      </p:sp>
      <p:sp>
        <p:nvSpPr>
          <p:cNvPr id="225" name="Shape 223"/>
          <p:cNvSpPr/>
          <p:nvPr/>
        </p:nvSpPr>
        <p:spPr>
          <a:xfrm>
            <a:off x="8275320" y="1371600"/>
            <a:ext cx="32004" cy="32004"/>
          </a:xfrm>
          <a:prstGeom prst="ellipse">
            <a:avLst/>
          </a:prstGeom>
          <a:solidFill>
            <a:srgbClr val="222A3D"/>
          </a:solidFill>
          <a:ln/>
        </p:spPr>
      </p:sp>
      <p:sp>
        <p:nvSpPr>
          <p:cNvPr id="226" name="Shape 224"/>
          <p:cNvSpPr/>
          <p:nvPr/>
        </p:nvSpPr>
        <p:spPr>
          <a:xfrm>
            <a:off x="8275320" y="1828800"/>
            <a:ext cx="32004" cy="32004"/>
          </a:xfrm>
          <a:prstGeom prst="ellipse">
            <a:avLst/>
          </a:prstGeom>
          <a:solidFill>
            <a:srgbClr val="222A3D"/>
          </a:solidFill>
          <a:ln/>
        </p:spPr>
      </p:sp>
      <p:sp>
        <p:nvSpPr>
          <p:cNvPr id="227" name="Shape 225"/>
          <p:cNvSpPr/>
          <p:nvPr/>
        </p:nvSpPr>
        <p:spPr>
          <a:xfrm>
            <a:off x="8275320" y="2286000"/>
            <a:ext cx="32004" cy="32004"/>
          </a:xfrm>
          <a:prstGeom prst="ellipse">
            <a:avLst/>
          </a:prstGeom>
          <a:solidFill>
            <a:srgbClr val="222A3D"/>
          </a:solidFill>
          <a:ln/>
        </p:spPr>
      </p:sp>
      <p:sp>
        <p:nvSpPr>
          <p:cNvPr id="228" name="Shape 226"/>
          <p:cNvSpPr/>
          <p:nvPr/>
        </p:nvSpPr>
        <p:spPr>
          <a:xfrm>
            <a:off x="8275320" y="2743200"/>
            <a:ext cx="32004" cy="32004"/>
          </a:xfrm>
          <a:prstGeom prst="ellipse">
            <a:avLst/>
          </a:prstGeom>
          <a:solidFill>
            <a:srgbClr val="222A3D"/>
          </a:solidFill>
          <a:ln/>
        </p:spPr>
      </p:sp>
      <p:sp>
        <p:nvSpPr>
          <p:cNvPr id="229" name="Shape 227"/>
          <p:cNvSpPr/>
          <p:nvPr/>
        </p:nvSpPr>
        <p:spPr>
          <a:xfrm>
            <a:off x="8275320" y="3200400"/>
            <a:ext cx="32004" cy="32004"/>
          </a:xfrm>
          <a:prstGeom prst="ellipse">
            <a:avLst/>
          </a:prstGeom>
          <a:solidFill>
            <a:srgbClr val="222A3D"/>
          </a:solidFill>
          <a:ln/>
        </p:spPr>
      </p:sp>
      <p:sp>
        <p:nvSpPr>
          <p:cNvPr id="230" name="Shape 228"/>
          <p:cNvSpPr/>
          <p:nvPr/>
        </p:nvSpPr>
        <p:spPr>
          <a:xfrm>
            <a:off x="8275320" y="3657600"/>
            <a:ext cx="32004" cy="32004"/>
          </a:xfrm>
          <a:prstGeom prst="ellipse">
            <a:avLst/>
          </a:prstGeom>
          <a:solidFill>
            <a:srgbClr val="222A3D"/>
          </a:solidFill>
          <a:ln/>
        </p:spPr>
      </p:sp>
      <p:sp>
        <p:nvSpPr>
          <p:cNvPr id="231" name="Shape 229"/>
          <p:cNvSpPr/>
          <p:nvPr/>
        </p:nvSpPr>
        <p:spPr>
          <a:xfrm>
            <a:off x="8275320" y="4114800"/>
            <a:ext cx="32004" cy="32004"/>
          </a:xfrm>
          <a:prstGeom prst="ellipse">
            <a:avLst/>
          </a:prstGeom>
          <a:solidFill>
            <a:srgbClr val="222A3D"/>
          </a:solidFill>
          <a:ln/>
        </p:spPr>
      </p:sp>
      <p:sp>
        <p:nvSpPr>
          <p:cNvPr id="232" name="Shape 230"/>
          <p:cNvSpPr/>
          <p:nvPr/>
        </p:nvSpPr>
        <p:spPr>
          <a:xfrm>
            <a:off x="8275320" y="4572000"/>
            <a:ext cx="32004" cy="32004"/>
          </a:xfrm>
          <a:prstGeom prst="ellipse">
            <a:avLst/>
          </a:prstGeom>
          <a:solidFill>
            <a:srgbClr val="222A3D"/>
          </a:solidFill>
          <a:ln/>
        </p:spPr>
      </p:sp>
      <p:sp>
        <p:nvSpPr>
          <p:cNvPr id="233" name="Shape 231"/>
          <p:cNvSpPr/>
          <p:nvPr/>
        </p:nvSpPr>
        <p:spPr>
          <a:xfrm>
            <a:off x="8275320" y="5029200"/>
            <a:ext cx="32004" cy="32004"/>
          </a:xfrm>
          <a:prstGeom prst="ellipse">
            <a:avLst/>
          </a:prstGeom>
          <a:solidFill>
            <a:srgbClr val="222A3D"/>
          </a:solidFill>
          <a:ln/>
        </p:spPr>
      </p:sp>
      <p:sp>
        <p:nvSpPr>
          <p:cNvPr id="234" name="Shape 232"/>
          <p:cNvSpPr/>
          <p:nvPr/>
        </p:nvSpPr>
        <p:spPr>
          <a:xfrm>
            <a:off x="8275320" y="5486400"/>
            <a:ext cx="32004" cy="32004"/>
          </a:xfrm>
          <a:prstGeom prst="ellipse">
            <a:avLst/>
          </a:prstGeom>
          <a:solidFill>
            <a:srgbClr val="222A3D"/>
          </a:solidFill>
          <a:ln/>
        </p:spPr>
      </p:sp>
      <p:sp>
        <p:nvSpPr>
          <p:cNvPr id="235" name="Shape 233"/>
          <p:cNvSpPr/>
          <p:nvPr/>
        </p:nvSpPr>
        <p:spPr>
          <a:xfrm>
            <a:off x="8275320" y="5943600"/>
            <a:ext cx="32004" cy="32004"/>
          </a:xfrm>
          <a:prstGeom prst="ellipse">
            <a:avLst/>
          </a:prstGeom>
          <a:solidFill>
            <a:srgbClr val="222A3D"/>
          </a:solidFill>
          <a:ln/>
        </p:spPr>
      </p:sp>
      <p:sp>
        <p:nvSpPr>
          <p:cNvPr id="236" name="Shape 234"/>
          <p:cNvSpPr/>
          <p:nvPr/>
        </p:nvSpPr>
        <p:spPr>
          <a:xfrm>
            <a:off x="8732520" y="457200"/>
            <a:ext cx="32004" cy="32004"/>
          </a:xfrm>
          <a:prstGeom prst="ellipse">
            <a:avLst/>
          </a:prstGeom>
          <a:solidFill>
            <a:srgbClr val="222A3D"/>
          </a:solidFill>
          <a:ln/>
        </p:spPr>
      </p:sp>
      <p:sp>
        <p:nvSpPr>
          <p:cNvPr id="237" name="Shape 235"/>
          <p:cNvSpPr/>
          <p:nvPr/>
        </p:nvSpPr>
        <p:spPr>
          <a:xfrm>
            <a:off x="8732520" y="914400"/>
            <a:ext cx="32004" cy="32004"/>
          </a:xfrm>
          <a:prstGeom prst="ellipse">
            <a:avLst/>
          </a:prstGeom>
          <a:solidFill>
            <a:srgbClr val="222A3D"/>
          </a:solidFill>
          <a:ln/>
        </p:spPr>
      </p:sp>
      <p:sp>
        <p:nvSpPr>
          <p:cNvPr id="238" name="Shape 236"/>
          <p:cNvSpPr/>
          <p:nvPr/>
        </p:nvSpPr>
        <p:spPr>
          <a:xfrm>
            <a:off x="8732520" y="1371600"/>
            <a:ext cx="32004" cy="32004"/>
          </a:xfrm>
          <a:prstGeom prst="ellipse">
            <a:avLst/>
          </a:prstGeom>
          <a:solidFill>
            <a:srgbClr val="222A3D"/>
          </a:solidFill>
          <a:ln/>
        </p:spPr>
      </p:sp>
      <p:sp>
        <p:nvSpPr>
          <p:cNvPr id="239" name="Shape 237"/>
          <p:cNvSpPr/>
          <p:nvPr/>
        </p:nvSpPr>
        <p:spPr>
          <a:xfrm>
            <a:off x="8732520" y="1828800"/>
            <a:ext cx="32004" cy="32004"/>
          </a:xfrm>
          <a:prstGeom prst="ellipse">
            <a:avLst/>
          </a:prstGeom>
          <a:solidFill>
            <a:srgbClr val="222A3D"/>
          </a:solidFill>
          <a:ln/>
        </p:spPr>
      </p:sp>
      <p:sp>
        <p:nvSpPr>
          <p:cNvPr id="240" name="Shape 238"/>
          <p:cNvSpPr/>
          <p:nvPr/>
        </p:nvSpPr>
        <p:spPr>
          <a:xfrm>
            <a:off x="8732520" y="2286000"/>
            <a:ext cx="32004" cy="32004"/>
          </a:xfrm>
          <a:prstGeom prst="ellipse">
            <a:avLst/>
          </a:prstGeom>
          <a:solidFill>
            <a:srgbClr val="222A3D"/>
          </a:solidFill>
          <a:ln/>
        </p:spPr>
      </p:sp>
      <p:sp>
        <p:nvSpPr>
          <p:cNvPr id="241" name="Shape 239"/>
          <p:cNvSpPr/>
          <p:nvPr/>
        </p:nvSpPr>
        <p:spPr>
          <a:xfrm>
            <a:off x="8732520" y="2743200"/>
            <a:ext cx="32004" cy="32004"/>
          </a:xfrm>
          <a:prstGeom prst="ellipse">
            <a:avLst/>
          </a:prstGeom>
          <a:solidFill>
            <a:srgbClr val="222A3D"/>
          </a:solidFill>
          <a:ln/>
        </p:spPr>
      </p:sp>
      <p:sp>
        <p:nvSpPr>
          <p:cNvPr id="242" name="Shape 240"/>
          <p:cNvSpPr/>
          <p:nvPr/>
        </p:nvSpPr>
        <p:spPr>
          <a:xfrm>
            <a:off x="8732520" y="3200400"/>
            <a:ext cx="32004" cy="32004"/>
          </a:xfrm>
          <a:prstGeom prst="ellipse">
            <a:avLst/>
          </a:prstGeom>
          <a:solidFill>
            <a:srgbClr val="222A3D"/>
          </a:solidFill>
          <a:ln/>
        </p:spPr>
      </p:sp>
      <p:sp>
        <p:nvSpPr>
          <p:cNvPr id="243" name="Shape 241"/>
          <p:cNvSpPr/>
          <p:nvPr/>
        </p:nvSpPr>
        <p:spPr>
          <a:xfrm>
            <a:off x="8732520" y="3657600"/>
            <a:ext cx="32004" cy="32004"/>
          </a:xfrm>
          <a:prstGeom prst="ellipse">
            <a:avLst/>
          </a:prstGeom>
          <a:solidFill>
            <a:srgbClr val="222A3D"/>
          </a:solidFill>
          <a:ln/>
        </p:spPr>
      </p:sp>
      <p:sp>
        <p:nvSpPr>
          <p:cNvPr id="244" name="Shape 242"/>
          <p:cNvSpPr/>
          <p:nvPr/>
        </p:nvSpPr>
        <p:spPr>
          <a:xfrm>
            <a:off x="8732520" y="4114800"/>
            <a:ext cx="32004" cy="32004"/>
          </a:xfrm>
          <a:prstGeom prst="ellipse">
            <a:avLst/>
          </a:prstGeom>
          <a:solidFill>
            <a:srgbClr val="222A3D"/>
          </a:solidFill>
          <a:ln/>
        </p:spPr>
      </p:sp>
      <p:sp>
        <p:nvSpPr>
          <p:cNvPr id="245" name="Shape 243"/>
          <p:cNvSpPr/>
          <p:nvPr/>
        </p:nvSpPr>
        <p:spPr>
          <a:xfrm>
            <a:off x="8732520" y="4572000"/>
            <a:ext cx="32004" cy="32004"/>
          </a:xfrm>
          <a:prstGeom prst="ellipse">
            <a:avLst/>
          </a:prstGeom>
          <a:solidFill>
            <a:srgbClr val="222A3D"/>
          </a:solidFill>
          <a:ln/>
        </p:spPr>
      </p:sp>
      <p:sp>
        <p:nvSpPr>
          <p:cNvPr id="246" name="Shape 244"/>
          <p:cNvSpPr/>
          <p:nvPr/>
        </p:nvSpPr>
        <p:spPr>
          <a:xfrm>
            <a:off x="8732520" y="5029200"/>
            <a:ext cx="32004" cy="32004"/>
          </a:xfrm>
          <a:prstGeom prst="ellipse">
            <a:avLst/>
          </a:prstGeom>
          <a:solidFill>
            <a:srgbClr val="222A3D"/>
          </a:solidFill>
          <a:ln/>
        </p:spPr>
      </p:sp>
      <p:sp>
        <p:nvSpPr>
          <p:cNvPr id="247" name="Shape 245"/>
          <p:cNvSpPr/>
          <p:nvPr/>
        </p:nvSpPr>
        <p:spPr>
          <a:xfrm>
            <a:off x="8732520" y="5486400"/>
            <a:ext cx="32004" cy="32004"/>
          </a:xfrm>
          <a:prstGeom prst="ellipse">
            <a:avLst/>
          </a:prstGeom>
          <a:solidFill>
            <a:srgbClr val="222A3D"/>
          </a:solidFill>
          <a:ln/>
        </p:spPr>
      </p:sp>
      <p:sp>
        <p:nvSpPr>
          <p:cNvPr id="248" name="Shape 246"/>
          <p:cNvSpPr/>
          <p:nvPr/>
        </p:nvSpPr>
        <p:spPr>
          <a:xfrm>
            <a:off x="8732520" y="5943600"/>
            <a:ext cx="32004" cy="32004"/>
          </a:xfrm>
          <a:prstGeom prst="ellipse">
            <a:avLst/>
          </a:prstGeom>
          <a:solidFill>
            <a:srgbClr val="222A3D"/>
          </a:solidFill>
          <a:ln/>
        </p:spPr>
      </p:sp>
      <p:sp>
        <p:nvSpPr>
          <p:cNvPr id="249" name="Shape 247"/>
          <p:cNvSpPr/>
          <p:nvPr/>
        </p:nvSpPr>
        <p:spPr>
          <a:xfrm>
            <a:off x="9189720" y="457200"/>
            <a:ext cx="32004" cy="32004"/>
          </a:xfrm>
          <a:prstGeom prst="ellipse">
            <a:avLst/>
          </a:prstGeom>
          <a:solidFill>
            <a:srgbClr val="222A3D"/>
          </a:solidFill>
          <a:ln/>
        </p:spPr>
      </p:sp>
      <p:sp>
        <p:nvSpPr>
          <p:cNvPr id="250" name="Shape 248"/>
          <p:cNvSpPr/>
          <p:nvPr/>
        </p:nvSpPr>
        <p:spPr>
          <a:xfrm>
            <a:off x="9189720" y="914400"/>
            <a:ext cx="32004" cy="32004"/>
          </a:xfrm>
          <a:prstGeom prst="ellipse">
            <a:avLst/>
          </a:prstGeom>
          <a:solidFill>
            <a:srgbClr val="222A3D"/>
          </a:solidFill>
          <a:ln/>
        </p:spPr>
      </p:sp>
      <p:sp>
        <p:nvSpPr>
          <p:cNvPr id="251" name="Shape 249"/>
          <p:cNvSpPr/>
          <p:nvPr/>
        </p:nvSpPr>
        <p:spPr>
          <a:xfrm>
            <a:off x="9189720" y="1371600"/>
            <a:ext cx="32004" cy="32004"/>
          </a:xfrm>
          <a:prstGeom prst="ellipse">
            <a:avLst/>
          </a:prstGeom>
          <a:solidFill>
            <a:srgbClr val="222A3D"/>
          </a:solidFill>
          <a:ln/>
        </p:spPr>
      </p:sp>
      <p:sp>
        <p:nvSpPr>
          <p:cNvPr id="252" name="Shape 250"/>
          <p:cNvSpPr/>
          <p:nvPr/>
        </p:nvSpPr>
        <p:spPr>
          <a:xfrm>
            <a:off x="9189720" y="1828800"/>
            <a:ext cx="32004" cy="32004"/>
          </a:xfrm>
          <a:prstGeom prst="ellipse">
            <a:avLst/>
          </a:prstGeom>
          <a:solidFill>
            <a:srgbClr val="222A3D"/>
          </a:solidFill>
          <a:ln/>
        </p:spPr>
      </p:sp>
      <p:sp>
        <p:nvSpPr>
          <p:cNvPr id="253" name="Shape 251"/>
          <p:cNvSpPr/>
          <p:nvPr/>
        </p:nvSpPr>
        <p:spPr>
          <a:xfrm>
            <a:off x="9189720" y="2286000"/>
            <a:ext cx="32004" cy="32004"/>
          </a:xfrm>
          <a:prstGeom prst="ellipse">
            <a:avLst/>
          </a:prstGeom>
          <a:solidFill>
            <a:srgbClr val="222A3D"/>
          </a:solidFill>
          <a:ln/>
        </p:spPr>
      </p:sp>
      <p:sp>
        <p:nvSpPr>
          <p:cNvPr id="254" name="Shape 252"/>
          <p:cNvSpPr/>
          <p:nvPr/>
        </p:nvSpPr>
        <p:spPr>
          <a:xfrm>
            <a:off x="9189720" y="2743200"/>
            <a:ext cx="32004" cy="32004"/>
          </a:xfrm>
          <a:prstGeom prst="ellipse">
            <a:avLst/>
          </a:prstGeom>
          <a:solidFill>
            <a:srgbClr val="222A3D"/>
          </a:solidFill>
          <a:ln/>
        </p:spPr>
      </p:sp>
      <p:sp>
        <p:nvSpPr>
          <p:cNvPr id="255" name="Shape 253"/>
          <p:cNvSpPr/>
          <p:nvPr/>
        </p:nvSpPr>
        <p:spPr>
          <a:xfrm>
            <a:off x="9189720" y="3200400"/>
            <a:ext cx="32004" cy="32004"/>
          </a:xfrm>
          <a:prstGeom prst="ellipse">
            <a:avLst/>
          </a:prstGeom>
          <a:solidFill>
            <a:srgbClr val="222A3D"/>
          </a:solidFill>
          <a:ln/>
        </p:spPr>
      </p:sp>
      <p:sp>
        <p:nvSpPr>
          <p:cNvPr id="256" name="Shape 254"/>
          <p:cNvSpPr/>
          <p:nvPr/>
        </p:nvSpPr>
        <p:spPr>
          <a:xfrm>
            <a:off x="9189720" y="3657600"/>
            <a:ext cx="32004" cy="32004"/>
          </a:xfrm>
          <a:prstGeom prst="ellipse">
            <a:avLst/>
          </a:prstGeom>
          <a:solidFill>
            <a:srgbClr val="222A3D"/>
          </a:solidFill>
          <a:ln/>
        </p:spPr>
      </p:sp>
      <p:sp>
        <p:nvSpPr>
          <p:cNvPr id="257" name="Shape 255"/>
          <p:cNvSpPr/>
          <p:nvPr/>
        </p:nvSpPr>
        <p:spPr>
          <a:xfrm>
            <a:off x="9189720" y="4114800"/>
            <a:ext cx="32004" cy="32004"/>
          </a:xfrm>
          <a:prstGeom prst="ellipse">
            <a:avLst/>
          </a:prstGeom>
          <a:solidFill>
            <a:srgbClr val="222A3D"/>
          </a:solidFill>
          <a:ln/>
        </p:spPr>
      </p:sp>
      <p:sp>
        <p:nvSpPr>
          <p:cNvPr id="258" name="Shape 256"/>
          <p:cNvSpPr/>
          <p:nvPr/>
        </p:nvSpPr>
        <p:spPr>
          <a:xfrm>
            <a:off x="9189720" y="4572000"/>
            <a:ext cx="32004" cy="32004"/>
          </a:xfrm>
          <a:prstGeom prst="ellipse">
            <a:avLst/>
          </a:prstGeom>
          <a:solidFill>
            <a:srgbClr val="222A3D"/>
          </a:solidFill>
          <a:ln/>
        </p:spPr>
      </p:sp>
      <p:sp>
        <p:nvSpPr>
          <p:cNvPr id="259" name="Shape 257"/>
          <p:cNvSpPr/>
          <p:nvPr/>
        </p:nvSpPr>
        <p:spPr>
          <a:xfrm>
            <a:off x="9189720" y="5029200"/>
            <a:ext cx="32004" cy="32004"/>
          </a:xfrm>
          <a:prstGeom prst="ellipse">
            <a:avLst/>
          </a:prstGeom>
          <a:solidFill>
            <a:srgbClr val="222A3D"/>
          </a:solidFill>
          <a:ln/>
        </p:spPr>
      </p:sp>
      <p:sp>
        <p:nvSpPr>
          <p:cNvPr id="260" name="Shape 258"/>
          <p:cNvSpPr/>
          <p:nvPr/>
        </p:nvSpPr>
        <p:spPr>
          <a:xfrm>
            <a:off x="9189720" y="5486400"/>
            <a:ext cx="32004" cy="32004"/>
          </a:xfrm>
          <a:prstGeom prst="ellipse">
            <a:avLst/>
          </a:prstGeom>
          <a:solidFill>
            <a:srgbClr val="222A3D"/>
          </a:solidFill>
          <a:ln/>
        </p:spPr>
      </p:sp>
      <p:sp>
        <p:nvSpPr>
          <p:cNvPr id="261" name="Shape 259"/>
          <p:cNvSpPr/>
          <p:nvPr/>
        </p:nvSpPr>
        <p:spPr>
          <a:xfrm>
            <a:off x="9189720" y="5943600"/>
            <a:ext cx="32004" cy="32004"/>
          </a:xfrm>
          <a:prstGeom prst="ellipse">
            <a:avLst/>
          </a:prstGeom>
          <a:solidFill>
            <a:srgbClr val="222A3D"/>
          </a:solidFill>
          <a:ln/>
        </p:spPr>
      </p:sp>
      <p:sp>
        <p:nvSpPr>
          <p:cNvPr id="262" name="Shape 260"/>
          <p:cNvSpPr/>
          <p:nvPr/>
        </p:nvSpPr>
        <p:spPr>
          <a:xfrm>
            <a:off x="9646920" y="457200"/>
            <a:ext cx="32004" cy="32004"/>
          </a:xfrm>
          <a:prstGeom prst="ellipse">
            <a:avLst/>
          </a:prstGeom>
          <a:solidFill>
            <a:srgbClr val="222A3D"/>
          </a:solidFill>
          <a:ln/>
        </p:spPr>
      </p:sp>
      <p:sp>
        <p:nvSpPr>
          <p:cNvPr id="263" name="Shape 261"/>
          <p:cNvSpPr/>
          <p:nvPr/>
        </p:nvSpPr>
        <p:spPr>
          <a:xfrm>
            <a:off x="9646920" y="914400"/>
            <a:ext cx="32004" cy="32004"/>
          </a:xfrm>
          <a:prstGeom prst="ellipse">
            <a:avLst/>
          </a:prstGeom>
          <a:solidFill>
            <a:srgbClr val="222A3D"/>
          </a:solidFill>
          <a:ln/>
        </p:spPr>
      </p:sp>
      <p:sp>
        <p:nvSpPr>
          <p:cNvPr id="264" name="Shape 262"/>
          <p:cNvSpPr/>
          <p:nvPr/>
        </p:nvSpPr>
        <p:spPr>
          <a:xfrm>
            <a:off x="9646920" y="1371600"/>
            <a:ext cx="32004" cy="32004"/>
          </a:xfrm>
          <a:prstGeom prst="ellipse">
            <a:avLst/>
          </a:prstGeom>
          <a:solidFill>
            <a:srgbClr val="222A3D"/>
          </a:solidFill>
          <a:ln/>
        </p:spPr>
      </p:sp>
      <p:sp>
        <p:nvSpPr>
          <p:cNvPr id="265" name="Shape 263"/>
          <p:cNvSpPr/>
          <p:nvPr/>
        </p:nvSpPr>
        <p:spPr>
          <a:xfrm>
            <a:off x="9646920" y="1828800"/>
            <a:ext cx="32004" cy="32004"/>
          </a:xfrm>
          <a:prstGeom prst="ellipse">
            <a:avLst/>
          </a:prstGeom>
          <a:solidFill>
            <a:srgbClr val="222A3D"/>
          </a:solidFill>
          <a:ln/>
        </p:spPr>
      </p:sp>
      <p:sp>
        <p:nvSpPr>
          <p:cNvPr id="266" name="Shape 264"/>
          <p:cNvSpPr/>
          <p:nvPr/>
        </p:nvSpPr>
        <p:spPr>
          <a:xfrm>
            <a:off x="9646920" y="2286000"/>
            <a:ext cx="32004" cy="32004"/>
          </a:xfrm>
          <a:prstGeom prst="ellipse">
            <a:avLst/>
          </a:prstGeom>
          <a:solidFill>
            <a:srgbClr val="222A3D"/>
          </a:solidFill>
          <a:ln/>
        </p:spPr>
      </p:sp>
      <p:sp>
        <p:nvSpPr>
          <p:cNvPr id="267" name="Shape 265"/>
          <p:cNvSpPr/>
          <p:nvPr/>
        </p:nvSpPr>
        <p:spPr>
          <a:xfrm>
            <a:off x="9646920" y="2743200"/>
            <a:ext cx="32004" cy="32004"/>
          </a:xfrm>
          <a:prstGeom prst="ellipse">
            <a:avLst/>
          </a:prstGeom>
          <a:solidFill>
            <a:srgbClr val="222A3D"/>
          </a:solidFill>
          <a:ln/>
        </p:spPr>
      </p:sp>
      <p:sp>
        <p:nvSpPr>
          <p:cNvPr id="268" name="Shape 266"/>
          <p:cNvSpPr/>
          <p:nvPr/>
        </p:nvSpPr>
        <p:spPr>
          <a:xfrm>
            <a:off x="9646920" y="3200400"/>
            <a:ext cx="32004" cy="32004"/>
          </a:xfrm>
          <a:prstGeom prst="ellipse">
            <a:avLst/>
          </a:prstGeom>
          <a:solidFill>
            <a:srgbClr val="222A3D"/>
          </a:solidFill>
          <a:ln/>
        </p:spPr>
      </p:sp>
      <p:sp>
        <p:nvSpPr>
          <p:cNvPr id="269" name="Shape 267"/>
          <p:cNvSpPr/>
          <p:nvPr/>
        </p:nvSpPr>
        <p:spPr>
          <a:xfrm>
            <a:off x="9646920" y="3657600"/>
            <a:ext cx="32004" cy="32004"/>
          </a:xfrm>
          <a:prstGeom prst="ellipse">
            <a:avLst/>
          </a:prstGeom>
          <a:solidFill>
            <a:srgbClr val="222A3D"/>
          </a:solidFill>
          <a:ln/>
        </p:spPr>
      </p:sp>
      <p:sp>
        <p:nvSpPr>
          <p:cNvPr id="270" name="Shape 268"/>
          <p:cNvSpPr/>
          <p:nvPr/>
        </p:nvSpPr>
        <p:spPr>
          <a:xfrm>
            <a:off x="9646920" y="4114800"/>
            <a:ext cx="32004" cy="32004"/>
          </a:xfrm>
          <a:prstGeom prst="ellipse">
            <a:avLst/>
          </a:prstGeom>
          <a:solidFill>
            <a:srgbClr val="222A3D"/>
          </a:solidFill>
          <a:ln/>
        </p:spPr>
      </p:sp>
      <p:sp>
        <p:nvSpPr>
          <p:cNvPr id="271" name="Shape 269"/>
          <p:cNvSpPr/>
          <p:nvPr/>
        </p:nvSpPr>
        <p:spPr>
          <a:xfrm>
            <a:off x="9646920" y="4572000"/>
            <a:ext cx="32004" cy="32004"/>
          </a:xfrm>
          <a:prstGeom prst="ellipse">
            <a:avLst/>
          </a:prstGeom>
          <a:solidFill>
            <a:srgbClr val="222A3D"/>
          </a:solidFill>
          <a:ln/>
        </p:spPr>
      </p:sp>
      <p:sp>
        <p:nvSpPr>
          <p:cNvPr id="272" name="Shape 270"/>
          <p:cNvSpPr/>
          <p:nvPr/>
        </p:nvSpPr>
        <p:spPr>
          <a:xfrm>
            <a:off x="9646920" y="5029200"/>
            <a:ext cx="32004" cy="32004"/>
          </a:xfrm>
          <a:prstGeom prst="ellipse">
            <a:avLst/>
          </a:prstGeom>
          <a:solidFill>
            <a:srgbClr val="222A3D"/>
          </a:solidFill>
          <a:ln/>
        </p:spPr>
      </p:sp>
      <p:sp>
        <p:nvSpPr>
          <p:cNvPr id="273" name="Shape 271"/>
          <p:cNvSpPr/>
          <p:nvPr/>
        </p:nvSpPr>
        <p:spPr>
          <a:xfrm>
            <a:off x="9646920" y="5486400"/>
            <a:ext cx="32004" cy="32004"/>
          </a:xfrm>
          <a:prstGeom prst="ellipse">
            <a:avLst/>
          </a:prstGeom>
          <a:solidFill>
            <a:srgbClr val="222A3D"/>
          </a:solidFill>
          <a:ln/>
        </p:spPr>
      </p:sp>
      <p:sp>
        <p:nvSpPr>
          <p:cNvPr id="274" name="Shape 272"/>
          <p:cNvSpPr/>
          <p:nvPr/>
        </p:nvSpPr>
        <p:spPr>
          <a:xfrm>
            <a:off x="9646920" y="5943600"/>
            <a:ext cx="32004" cy="32004"/>
          </a:xfrm>
          <a:prstGeom prst="ellipse">
            <a:avLst/>
          </a:prstGeom>
          <a:solidFill>
            <a:srgbClr val="222A3D"/>
          </a:solidFill>
          <a:ln/>
        </p:spPr>
      </p:sp>
      <p:sp>
        <p:nvSpPr>
          <p:cNvPr id="275" name="Shape 273"/>
          <p:cNvSpPr/>
          <p:nvPr/>
        </p:nvSpPr>
        <p:spPr>
          <a:xfrm>
            <a:off x="10104120" y="457200"/>
            <a:ext cx="32004" cy="32004"/>
          </a:xfrm>
          <a:prstGeom prst="ellipse">
            <a:avLst/>
          </a:prstGeom>
          <a:solidFill>
            <a:srgbClr val="222A3D"/>
          </a:solidFill>
          <a:ln/>
        </p:spPr>
      </p:sp>
      <p:sp>
        <p:nvSpPr>
          <p:cNvPr id="276" name="Shape 274"/>
          <p:cNvSpPr/>
          <p:nvPr/>
        </p:nvSpPr>
        <p:spPr>
          <a:xfrm>
            <a:off x="10104120" y="914400"/>
            <a:ext cx="32004" cy="32004"/>
          </a:xfrm>
          <a:prstGeom prst="ellipse">
            <a:avLst/>
          </a:prstGeom>
          <a:solidFill>
            <a:srgbClr val="222A3D"/>
          </a:solidFill>
          <a:ln/>
        </p:spPr>
      </p:sp>
      <p:sp>
        <p:nvSpPr>
          <p:cNvPr id="277" name="Shape 275"/>
          <p:cNvSpPr/>
          <p:nvPr/>
        </p:nvSpPr>
        <p:spPr>
          <a:xfrm>
            <a:off x="10104120" y="1371600"/>
            <a:ext cx="32004" cy="32004"/>
          </a:xfrm>
          <a:prstGeom prst="ellipse">
            <a:avLst/>
          </a:prstGeom>
          <a:solidFill>
            <a:srgbClr val="222A3D"/>
          </a:solidFill>
          <a:ln/>
        </p:spPr>
      </p:sp>
      <p:sp>
        <p:nvSpPr>
          <p:cNvPr id="278" name="Shape 276"/>
          <p:cNvSpPr/>
          <p:nvPr/>
        </p:nvSpPr>
        <p:spPr>
          <a:xfrm>
            <a:off x="10104120" y="1828800"/>
            <a:ext cx="32004" cy="32004"/>
          </a:xfrm>
          <a:prstGeom prst="ellipse">
            <a:avLst/>
          </a:prstGeom>
          <a:solidFill>
            <a:srgbClr val="222A3D"/>
          </a:solidFill>
          <a:ln/>
        </p:spPr>
      </p:sp>
      <p:sp>
        <p:nvSpPr>
          <p:cNvPr id="279" name="Shape 277"/>
          <p:cNvSpPr/>
          <p:nvPr/>
        </p:nvSpPr>
        <p:spPr>
          <a:xfrm>
            <a:off x="10104120" y="2286000"/>
            <a:ext cx="32004" cy="32004"/>
          </a:xfrm>
          <a:prstGeom prst="ellipse">
            <a:avLst/>
          </a:prstGeom>
          <a:solidFill>
            <a:srgbClr val="222A3D"/>
          </a:solidFill>
          <a:ln/>
        </p:spPr>
      </p:sp>
      <p:sp>
        <p:nvSpPr>
          <p:cNvPr id="280" name="Shape 278"/>
          <p:cNvSpPr/>
          <p:nvPr/>
        </p:nvSpPr>
        <p:spPr>
          <a:xfrm>
            <a:off x="10104120" y="2743200"/>
            <a:ext cx="32004" cy="32004"/>
          </a:xfrm>
          <a:prstGeom prst="ellipse">
            <a:avLst/>
          </a:prstGeom>
          <a:solidFill>
            <a:srgbClr val="222A3D"/>
          </a:solidFill>
          <a:ln/>
        </p:spPr>
      </p:sp>
      <p:sp>
        <p:nvSpPr>
          <p:cNvPr id="281" name="Shape 279"/>
          <p:cNvSpPr/>
          <p:nvPr/>
        </p:nvSpPr>
        <p:spPr>
          <a:xfrm>
            <a:off x="10104120" y="3200400"/>
            <a:ext cx="32004" cy="32004"/>
          </a:xfrm>
          <a:prstGeom prst="ellipse">
            <a:avLst/>
          </a:prstGeom>
          <a:solidFill>
            <a:srgbClr val="222A3D"/>
          </a:solidFill>
          <a:ln/>
        </p:spPr>
      </p:sp>
      <p:sp>
        <p:nvSpPr>
          <p:cNvPr id="282" name="Shape 280"/>
          <p:cNvSpPr/>
          <p:nvPr/>
        </p:nvSpPr>
        <p:spPr>
          <a:xfrm>
            <a:off x="10104120" y="3657600"/>
            <a:ext cx="32004" cy="32004"/>
          </a:xfrm>
          <a:prstGeom prst="ellipse">
            <a:avLst/>
          </a:prstGeom>
          <a:solidFill>
            <a:srgbClr val="222A3D"/>
          </a:solidFill>
          <a:ln/>
        </p:spPr>
      </p:sp>
      <p:sp>
        <p:nvSpPr>
          <p:cNvPr id="283" name="Shape 281"/>
          <p:cNvSpPr/>
          <p:nvPr/>
        </p:nvSpPr>
        <p:spPr>
          <a:xfrm>
            <a:off x="10104120" y="4114800"/>
            <a:ext cx="32004" cy="32004"/>
          </a:xfrm>
          <a:prstGeom prst="ellipse">
            <a:avLst/>
          </a:prstGeom>
          <a:solidFill>
            <a:srgbClr val="222A3D"/>
          </a:solidFill>
          <a:ln/>
        </p:spPr>
      </p:sp>
      <p:sp>
        <p:nvSpPr>
          <p:cNvPr id="284" name="Shape 282"/>
          <p:cNvSpPr/>
          <p:nvPr/>
        </p:nvSpPr>
        <p:spPr>
          <a:xfrm>
            <a:off x="10104120" y="4572000"/>
            <a:ext cx="32004" cy="32004"/>
          </a:xfrm>
          <a:prstGeom prst="ellipse">
            <a:avLst/>
          </a:prstGeom>
          <a:solidFill>
            <a:srgbClr val="222A3D"/>
          </a:solidFill>
          <a:ln/>
        </p:spPr>
      </p:sp>
      <p:sp>
        <p:nvSpPr>
          <p:cNvPr id="285" name="Shape 283"/>
          <p:cNvSpPr/>
          <p:nvPr/>
        </p:nvSpPr>
        <p:spPr>
          <a:xfrm>
            <a:off x="10104120" y="5029200"/>
            <a:ext cx="32004" cy="32004"/>
          </a:xfrm>
          <a:prstGeom prst="ellipse">
            <a:avLst/>
          </a:prstGeom>
          <a:solidFill>
            <a:srgbClr val="222A3D"/>
          </a:solidFill>
          <a:ln/>
        </p:spPr>
      </p:sp>
      <p:sp>
        <p:nvSpPr>
          <p:cNvPr id="286" name="Shape 284"/>
          <p:cNvSpPr/>
          <p:nvPr/>
        </p:nvSpPr>
        <p:spPr>
          <a:xfrm>
            <a:off x="10104120" y="5486400"/>
            <a:ext cx="32004" cy="32004"/>
          </a:xfrm>
          <a:prstGeom prst="ellipse">
            <a:avLst/>
          </a:prstGeom>
          <a:solidFill>
            <a:srgbClr val="222A3D"/>
          </a:solidFill>
          <a:ln/>
        </p:spPr>
      </p:sp>
      <p:sp>
        <p:nvSpPr>
          <p:cNvPr id="287" name="Shape 285"/>
          <p:cNvSpPr/>
          <p:nvPr/>
        </p:nvSpPr>
        <p:spPr>
          <a:xfrm>
            <a:off x="10104120" y="5943600"/>
            <a:ext cx="32004" cy="32004"/>
          </a:xfrm>
          <a:prstGeom prst="ellipse">
            <a:avLst/>
          </a:prstGeom>
          <a:solidFill>
            <a:srgbClr val="222A3D"/>
          </a:solidFill>
          <a:ln/>
        </p:spPr>
      </p:sp>
      <p:sp>
        <p:nvSpPr>
          <p:cNvPr id="288" name="Shape 286"/>
          <p:cNvSpPr/>
          <p:nvPr/>
        </p:nvSpPr>
        <p:spPr>
          <a:xfrm>
            <a:off x="10561320" y="457200"/>
            <a:ext cx="32004" cy="32004"/>
          </a:xfrm>
          <a:prstGeom prst="ellipse">
            <a:avLst/>
          </a:prstGeom>
          <a:solidFill>
            <a:srgbClr val="222A3D"/>
          </a:solidFill>
          <a:ln/>
        </p:spPr>
      </p:sp>
      <p:sp>
        <p:nvSpPr>
          <p:cNvPr id="289" name="Shape 287"/>
          <p:cNvSpPr/>
          <p:nvPr/>
        </p:nvSpPr>
        <p:spPr>
          <a:xfrm>
            <a:off x="10561320" y="914400"/>
            <a:ext cx="32004" cy="32004"/>
          </a:xfrm>
          <a:prstGeom prst="ellipse">
            <a:avLst/>
          </a:prstGeom>
          <a:solidFill>
            <a:srgbClr val="222A3D"/>
          </a:solidFill>
          <a:ln/>
        </p:spPr>
      </p:sp>
      <p:sp>
        <p:nvSpPr>
          <p:cNvPr id="290" name="Shape 288"/>
          <p:cNvSpPr/>
          <p:nvPr/>
        </p:nvSpPr>
        <p:spPr>
          <a:xfrm>
            <a:off x="10561320" y="1371600"/>
            <a:ext cx="32004" cy="32004"/>
          </a:xfrm>
          <a:prstGeom prst="ellipse">
            <a:avLst/>
          </a:prstGeom>
          <a:solidFill>
            <a:srgbClr val="222A3D"/>
          </a:solidFill>
          <a:ln/>
        </p:spPr>
      </p:sp>
      <p:sp>
        <p:nvSpPr>
          <p:cNvPr id="291" name="Shape 289"/>
          <p:cNvSpPr/>
          <p:nvPr/>
        </p:nvSpPr>
        <p:spPr>
          <a:xfrm>
            <a:off x="10561320" y="1828800"/>
            <a:ext cx="32004" cy="32004"/>
          </a:xfrm>
          <a:prstGeom prst="ellipse">
            <a:avLst/>
          </a:prstGeom>
          <a:solidFill>
            <a:srgbClr val="222A3D"/>
          </a:solidFill>
          <a:ln/>
        </p:spPr>
      </p:sp>
      <p:sp>
        <p:nvSpPr>
          <p:cNvPr id="292" name="Shape 290"/>
          <p:cNvSpPr/>
          <p:nvPr/>
        </p:nvSpPr>
        <p:spPr>
          <a:xfrm>
            <a:off x="10561320" y="2286000"/>
            <a:ext cx="32004" cy="32004"/>
          </a:xfrm>
          <a:prstGeom prst="ellipse">
            <a:avLst/>
          </a:prstGeom>
          <a:solidFill>
            <a:srgbClr val="222A3D"/>
          </a:solidFill>
          <a:ln/>
        </p:spPr>
      </p:sp>
      <p:sp>
        <p:nvSpPr>
          <p:cNvPr id="293" name="Shape 291"/>
          <p:cNvSpPr/>
          <p:nvPr/>
        </p:nvSpPr>
        <p:spPr>
          <a:xfrm>
            <a:off x="10561320" y="2743200"/>
            <a:ext cx="32004" cy="32004"/>
          </a:xfrm>
          <a:prstGeom prst="ellipse">
            <a:avLst/>
          </a:prstGeom>
          <a:solidFill>
            <a:srgbClr val="222A3D"/>
          </a:solidFill>
          <a:ln/>
        </p:spPr>
      </p:sp>
      <p:sp>
        <p:nvSpPr>
          <p:cNvPr id="294" name="Shape 292"/>
          <p:cNvSpPr/>
          <p:nvPr/>
        </p:nvSpPr>
        <p:spPr>
          <a:xfrm>
            <a:off x="10561320" y="3200400"/>
            <a:ext cx="32004" cy="32004"/>
          </a:xfrm>
          <a:prstGeom prst="ellipse">
            <a:avLst/>
          </a:prstGeom>
          <a:solidFill>
            <a:srgbClr val="222A3D"/>
          </a:solidFill>
          <a:ln/>
        </p:spPr>
      </p:sp>
      <p:sp>
        <p:nvSpPr>
          <p:cNvPr id="295" name="Shape 293"/>
          <p:cNvSpPr/>
          <p:nvPr/>
        </p:nvSpPr>
        <p:spPr>
          <a:xfrm>
            <a:off x="10561320" y="3657600"/>
            <a:ext cx="32004" cy="32004"/>
          </a:xfrm>
          <a:prstGeom prst="ellipse">
            <a:avLst/>
          </a:prstGeom>
          <a:solidFill>
            <a:srgbClr val="222A3D"/>
          </a:solidFill>
          <a:ln/>
        </p:spPr>
      </p:sp>
      <p:sp>
        <p:nvSpPr>
          <p:cNvPr id="296" name="Shape 294"/>
          <p:cNvSpPr/>
          <p:nvPr/>
        </p:nvSpPr>
        <p:spPr>
          <a:xfrm>
            <a:off x="10561320" y="4114800"/>
            <a:ext cx="32004" cy="32004"/>
          </a:xfrm>
          <a:prstGeom prst="ellipse">
            <a:avLst/>
          </a:prstGeom>
          <a:solidFill>
            <a:srgbClr val="222A3D"/>
          </a:solidFill>
          <a:ln/>
        </p:spPr>
      </p:sp>
      <p:sp>
        <p:nvSpPr>
          <p:cNvPr id="297" name="Shape 295"/>
          <p:cNvSpPr/>
          <p:nvPr/>
        </p:nvSpPr>
        <p:spPr>
          <a:xfrm>
            <a:off x="10561320" y="4572000"/>
            <a:ext cx="32004" cy="32004"/>
          </a:xfrm>
          <a:prstGeom prst="ellipse">
            <a:avLst/>
          </a:prstGeom>
          <a:solidFill>
            <a:srgbClr val="222A3D"/>
          </a:solidFill>
          <a:ln/>
        </p:spPr>
      </p:sp>
      <p:sp>
        <p:nvSpPr>
          <p:cNvPr id="298" name="Shape 296"/>
          <p:cNvSpPr/>
          <p:nvPr/>
        </p:nvSpPr>
        <p:spPr>
          <a:xfrm>
            <a:off x="10561320" y="5029200"/>
            <a:ext cx="32004" cy="32004"/>
          </a:xfrm>
          <a:prstGeom prst="ellipse">
            <a:avLst/>
          </a:prstGeom>
          <a:solidFill>
            <a:srgbClr val="222A3D"/>
          </a:solidFill>
          <a:ln/>
        </p:spPr>
      </p:sp>
      <p:sp>
        <p:nvSpPr>
          <p:cNvPr id="299" name="Shape 297"/>
          <p:cNvSpPr/>
          <p:nvPr/>
        </p:nvSpPr>
        <p:spPr>
          <a:xfrm>
            <a:off x="10561320" y="5486400"/>
            <a:ext cx="32004" cy="32004"/>
          </a:xfrm>
          <a:prstGeom prst="ellipse">
            <a:avLst/>
          </a:prstGeom>
          <a:solidFill>
            <a:srgbClr val="222A3D"/>
          </a:solidFill>
          <a:ln/>
        </p:spPr>
      </p:sp>
      <p:sp>
        <p:nvSpPr>
          <p:cNvPr id="300" name="Shape 298"/>
          <p:cNvSpPr/>
          <p:nvPr/>
        </p:nvSpPr>
        <p:spPr>
          <a:xfrm>
            <a:off x="10561320" y="5943600"/>
            <a:ext cx="32004" cy="32004"/>
          </a:xfrm>
          <a:prstGeom prst="ellipse">
            <a:avLst/>
          </a:prstGeom>
          <a:solidFill>
            <a:srgbClr val="222A3D"/>
          </a:solidFill>
          <a:ln/>
        </p:spPr>
      </p:sp>
      <p:sp>
        <p:nvSpPr>
          <p:cNvPr id="301" name="Shape 299"/>
          <p:cNvSpPr/>
          <p:nvPr/>
        </p:nvSpPr>
        <p:spPr>
          <a:xfrm>
            <a:off x="11018520" y="457200"/>
            <a:ext cx="32004" cy="32004"/>
          </a:xfrm>
          <a:prstGeom prst="ellipse">
            <a:avLst/>
          </a:prstGeom>
          <a:solidFill>
            <a:srgbClr val="222A3D"/>
          </a:solidFill>
          <a:ln/>
        </p:spPr>
      </p:sp>
      <p:sp>
        <p:nvSpPr>
          <p:cNvPr id="302" name="Shape 300"/>
          <p:cNvSpPr/>
          <p:nvPr/>
        </p:nvSpPr>
        <p:spPr>
          <a:xfrm>
            <a:off x="11018520" y="914400"/>
            <a:ext cx="32004" cy="32004"/>
          </a:xfrm>
          <a:prstGeom prst="ellipse">
            <a:avLst/>
          </a:prstGeom>
          <a:solidFill>
            <a:srgbClr val="222A3D"/>
          </a:solidFill>
          <a:ln/>
        </p:spPr>
      </p:sp>
      <p:sp>
        <p:nvSpPr>
          <p:cNvPr id="303" name="Shape 301"/>
          <p:cNvSpPr/>
          <p:nvPr/>
        </p:nvSpPr>
        <p:spPr>
          <a:xfrm>
            <a:off x="11018520" y="1371600"/>
            <a:ext cx="32004" cy="32004"/>
          </a:xfrm>
          <a:prstGeom prst="ellipse">
            <a:avLst/>
          </a:prstGeom>
          <a:solidFill>
            <a:srgbClr val="222A3D"/>
          </a:solidFill>
          <a:ln/>
        </p:spPr>
      </p:sp>
      <p:sp>
        <p:nvSpPr>
          <p:cNvPr id="304" name="Shape 302"/>
          <p:cNvSpPr/>
          <p:nvPr/>
        </p:nvSpPr>
        <p:spPr>
          <a:xfrm>
            <a:off x="11018520" y="1828800"/>
            <a:ext cx="32004" cy="32004"/>
          </a:xfrm>
          <a:prstGeom prst="ellipse">
            <a:avLst/>
          </a:prstGeom>
          <a:solidFill>
            <a:srgbClr val="222A3D"/>
          </a:solidFill>
          <a:ln/>
        </p:spPr>
      </p:sp>
      <p:sp>
        <p:nvSpPr>
          <p:cNvPr id="305" name="Shape 303"/>
          <p:cNvSpPr/>
          <p:nvPr/>
        </p:nvSpPr>
        <p:spPr>
          <a:xfrm>
            <a:off x="11018520" y="2286000"/>
            <a:ext cx="32004" cy="32004"/>
          </a:xfrm>
          <a:prstGeom prst="ellipse">
            <a:avLst/>
          </a:prstGeom>
          <a:solidFill>
            <a:srgbClr val="222A3D"/>
          </a:solidFill>
          <a:ln/>
        </p:spPr>
      </p:sp>
      <p:sp>
        <p:nvSpPr>
          <p:cNvPr id="306" name="Shape 304"/>
          <p:cNvSpPr/>
          <p:nvPr/>
        </p:nvSpPr>
        <p:spPr>
          <a:xfrm>
            <a:off x="11018520" y="2743200"/>
            <a:ext cx="32004" cy="32004"/>
          </a:xfrm>
          <a:prstGeom prst="ellipse">
            <a:avLst/>
          </a:prstGeom>
          <a:solidFill>
            <a:srgbClr val="222A3D"/>
          </a:solidFill>
          <a:ln/>
        </p:spPr>
      </p:sp>
      <p:sp>
        <p:nvSpPr>
          <p:cNvPr id="307" name="Shape 305"/>
          <p:cNvSpPr/>
          <p:nvPr/>
        </p:nvSpPr>
        <p:spPr>
          <a:xfrm>
            <a:off x="11018520" y="3200400"/>
            <a:ext cx="32004" cy="32004"/>
          </a:xfrm>
          <a:prstGeom prst="ellipse">
            <a:avLst/>
          </a:prstGeom>
          <a:solidFill>
            <a:srgbClr val="222A3D"/>
          </a:solidFill>
          <a:ln/>
        </p:spPr>
      </p:sp>
      <p:sp>
        <p:nvSpPr>
          <p:cNvPr id="308" name="Shape 306"/>
          <p:cNvSpPr/>
          <p:nvPr/>
        </p:nvSpPr>
        <p:spPr>
          <a:xfrm>
            <a:off x="11018520" y="3657600"/>
            <a:ext cx="32004" cy="32004"/>
          </a:xfrm>
          <a:prstGeom prst="ellipse">
            <a:avLst/>
          </a:prstGeom>
          <a:solidFill>
            <a:srgbClr val="222A3D"/>
          </a:solidFill>
          <a:ln/>
        </p:spPr>
      </p:sp>
      <p:sp>
        <p:nvSpPr>
          <p:cNvPr id="309" name="Shape 307"/>
          <p:cNvSpPr/>
          <p:nvPr/>
        </p:nvSpPr>
        <p:spPr>
          <a:xfrm>
            <a:off x="11018520" y="4114800"/>
            <a:ext cx="32004" cy="32004"/>
          </a:xfrm>
          <a:prstGeom prst="ellipse">
            <a:avLst/>
          </a:prstGeom>
          <a:solidFill>
            <a:srgbClr val="222A3D"/>
          </a:solidFill>
          <a:ln/>
        </p:spPr>
      </p:sp>
      <p:sp>
        <p:nvSpPr>
          <p:cNvPr id="310" name="Shape 308"/>
          <p:cNvSpPr/>
          <p:nvPr/>
        </p:nvSpPr>
        <p:spPr>
          <a:xfrm>
            <a:off x="11018520" y="4572000"/>
            <a:ext cx="32004" cy="32004"/>
          </a:xfrm>
          <a:prstGeom prst="ellipse">
            <a:avLst/>
          </a:prstGeom>
          <a:solidFill>
            <a:srgbClr val="222A3D"/>
          </a:solidFill>
          <a:ln/>
        </p:spPr>
      </p:sp>
      <p:sp>
        <p:nvSpPr>
          <p:cNvPr id="311" name="Shape 309"/>
          <p:cNvSpPr/>
          <p:nvPr/>
        </p:nvSpPr>
        <p:spPr>
          <a:xfrm>
            <a:off x="11018520" y="5029200"/>
            <a:ext cx="32004" cy="32004"/>
          </a:xfrm>
          <a:prstGeom prst="ellipse">
            <a:avLst/>
          </a:prstGeom>
          <a:solidFill>
            <a:srgbClr val="222A3D"/>
          </a:solidFill>
          <a:ln/>
        </p:spPr>
      </p:sp>
      <p:sp>
        <p:nvSpPr>
          <p:cNvPr id="312" name="Shape 310"/>
          <p:cNvSpPr/>
          <p:nvPr/>
        </p:nvSpPr>
        <p:spPr>
          <a:xfrm>
            <a:off x="11018520" y="5486400"/>
            <a:ext cx="32004" cy="32004"/>
          </a:xfrm>
          <a:prstGeom prst="ellipse">
            <a:avLst/>
          </a:prstGeom>
          <a:solidFill>
            <a:srgbClr val="222A3D"/>
          </a:solidFill>
          <a:ln/>
        </p:spPr>
      </p:sp>
      <p:sp>
        <p:nvSpPr>
          <p:cNvPr id="313" name="Shape 311"/>
          <p:cNvSpPr/>
          <p:nvPr/>
        </p:nvSpPr>
        <p:spPr>
          <a:xfrm>
            <a:off x="11018520" y="5943600"/>
            <a:ext cx="32004" cy="32004"/>
          </a:xfrm>
          <a:prstGeom prst="ellipse">
            <a:avLst/>
          </a:prstGeom>
          <a:solidFill>
            <a:srgbClr val="222A3D"/>
          </a:solidFill>
          <a:ln/>
        </p:spPr>
      </p:sp>
      <p:sp>
        <p:nvSpPr>
          <p:cNvPr id="314" name="Shape 312"/>
          <p:cNvSpPr/>
          <p:nvPr/>
        </p:nvSpPr>
        <p:spPr>
          <a:xfrm>
            <a:off x="11475720" y="457200"/>
            <a:ext cx="32004" cy="32004"/>
          </a:xfrm>
          <a:prstGeom prst="ellipse">
            <a:avLst/>
          </a:prstGeom>
          <a:solidFill>
            <a:srgbClr val="222A3D"/>
          </a:solidFill>
          <a:ln/>
        </p:spPr>
      </p:sp>
      <p:sp>
        <p:nvSpPr>
          <p:cNvPr id="315" name="Shape 313"/>
          <p:cNvSpPr/>
          <p:nvPr/>
        </p:nvSpPr>
        <p:spPr>
          <a:xfrm>
            <a:off x="11475720" y="914400"/>
            <a:ext cx="32004" cy="32004"/>
          </a:xfrm>
          <a:prstGeom prst="ellipse">
            <a:avLst/>
          </a:prstGeom>
          <a:solidFill>
            <a:srgbClr val="222A3D"/>
          </a:solidFill>
          <a:ln/>
        </p:spPr>
      </p:sp>
      <p:sp>
        <p:nvSpPr>
          <p:cNvPr id="316" name="Shape 314"/>
          <p:cNvSpPr/>
          <p:nvPr/>
        </p:nvSpPr>
        <p:spPr>
          <a:xfrm>
            <a:off x="11475720" y="1371600"/>
            <a:ext cx="32004" cy="32004"/>
          </a:xfrm>
          <a:prstGeom prst="ellipse">
            <a:avLst/>
          </a:prstGeom>
          <a:solidFill>
            <a:srgbClr val="222A3D"/>
          </a:solidFill>
          <a:ln/>
        </p:spPr>
      </p:sp>
      <p:sp>
        <p:nvSpPr>
          <p:cNvPr id="317" name="Shape 315"/>
          <p:cNvSpPr/>
          <p:nvPr/>
        </p:nvSpPr>
        <p:spPr>
          <a:xfrm>
            <a:off x="11475720" y="1828800"/>
            <a:ext cx="32004" cy="32004"/>
          </a:xfrm>
          <a:prstGeom prst="ellipse">
            <a:avLst/>
          </a:prstGeom>
          <a:solidFill>
            <a:srgbClr val="222A3D"/>
          </a:solidFill>
          <a:ln/>
        </p:spPr>
      </p:sp>
      <p:sp>
        <p:nvSpPr>
          <p:cNvPr id="318" name="Shape 316"/>
          <p:cNvSpPr/>
          <p:nvPr/>
        </p:nvSpPr>
        <p:spPr>
          <a:xfrm>
            <a:off x="11475720" y="2286000"/>
            <a:ext cx="32004" cy="32004"/>
          </a:xfrm>
          <a:prstGeom prst="ellipse">
            <a:avLst/>
          </a:prstGeom>
          <a:solidFill>
            <a:srgbClr val="222A3D"/>
          </a:solidFill>
          <a:ln/>
        </p:spPr>
      </p:sp>
      <p:sp>
        <p:nvSpPr>
          <p:cNvPr id="319" name="Shape 317"/>
          <p:cNvSpPr/>
          <p:nvPr/>
        </p:nvSpPr>
        <p:spPr>
          <a:xfrm>
            <a:off x="11475720" y="2743200"/>
            <a:ext cx="32004" cy="32004"/>
          </a:xfrm>
          <a:prstGeom prst="ellipse">
            <a:avLst/>
          </a:prstGeom>
          <a:solidFill>
            <a:srgbClr val="222A3D"/>
          </a:solidFill>
          <a:ln/>
        </p:spPr>
      </p:sp>
      <p:sp>
        <p:nvSpPr>
          <p:cNvPr id="320" name="Shape 318"/>
          <p:cNvSpPr/>
          <p:nvPr/>
        </p:nvSpPr>
        <p:spPr>
          <a:xfrm>
            <a:off x="11475720" y="3200400"/>
            <a:ext cx="32004" cy="32004"/>
          </a:xfrm>
          <a:prstGeom prst="ellipse">
            <a:avLst/>
          </a:prstGeom>
          <a:solidFill>
            <a:srgbClr val="222A3D"/>
          </a:solidFill>
          <a:ln/>
        </p:spPr>
      </p:sp>
      <p:sp>
        <p:nvSpPr>
          <p:cNvPr id="321" name="Shape 319"/>
          <p:cNvSpPr/>
          <p:nvPr/>
        </p:nvSpPr>
        <p:spPr>
          <a:xfrm>
            <a:off x="11475720" y="3657600"/>
            <a:ext cx="32004" cy="32004"/>
          </a:xfrm>
          <a:prstGeom prst="ellipse">
            <a:avLst/>
          </a:prstGeom>
          <a:solidFill>
            <a:srgbClr val="222A3D"/>
          </a:solidFill>
          <a:ln/>
        </p:spPr>
      </p:sp>
      <p:sp>
        <p:nvSpPr>
          <p:cNvPr id="322" name="Shape 320"/>
          <p:cNvSpPr/>
          <p:nvPr/>
        </p:nvSpPr>
        <p:spPr>
          <a:xfrm>
            <a:off x="11475720" y="4114800"/>
            <a:ext cx="32004" cy="32004"/>
          </a:xfrm>
          <a:prstGeom prst="ellipse">
            <a:avLst/>
          </a:prstGeom>
          <a:solidFill>
            <a:srgbClr val="222A3D"/>
          </a:solidFill>
          <a:ln/>
        </p:spPr>
      </p:sp>
      <p:sp>
        <p:nvSpPr>
          <p:cNvPr id="323" name="Shape 321"/>
          <p:cNvSpPr/>
          <p:nvPr/>
        </p:nvSpPr>
        <p:spPr>
          <a:xfrm>
            <a:off x="11475720" y="4572000"/>
            <a:ext cx="32004" cy="32004"/>
          </a:xfrm>
          <a:prstGeom prst="ellipse">
            <a:avLst/>
          </a:prstGeom>
          <a:solidFill>
            <a:srgbClr val="222A3D"/>
          </a:solidFill>
          <a:ln/>
        </p:spPr>
      </p:sp>
      <p:sp>
        <p:nvSpPr>
          <p:cNvPr id="324" name="Shape 322"/>
          <p:cNvSpPr/>
          <p:nvPr/>
        </p:nvSpPr>
        <p:spPr>
          <a:xfrm>
            <a:off x="11475720" y="5029200"/>
            <a:ext cx="32004" cy="32004"/>
          </a:xfrm>
          <a:prstGeom prst="ellipse">
            <a:avLst/>
          </a:prstGeom>
          <a:solidFill>
            <a:srgbClr val="222A3D"/>
          </a:solidFill>
          <a:ln/>
        </p:spPr>
      </p:sp>
      <p:sp>
        <p:nvSpPr>
          <p:cNvPr id="325" name="Shape 323"/>
          <p:cNvSpPr/>
          <p:nvPr/>
        </p:nvSpPr>
        <p:spPr>
          <a:xfrm>
            <a:off x="11475720" y="5486400"/>
            <a:ext cx="32004" cy="32004"/>
          </a:xfrm>
          <a:prstGeom prst="ellipse">
            <a:avLst/>
          </a:prstGeom>
          <a:solidFill>
            <a:srgbClr val="222A3D"/>
          </a:solidFill>
          <a:ln/>
        </p:spPr>
      </p:sp>
      <p:sp>
        <p:nvSpPr>
          <p:cNvPr id="326" name="Shape 324"/>
          <p:cNvSpPr/>
          <p:nvPr/>
        </p:nvSpPr>
        <p:spPr>
          <a:xfrm>
            <a:off x="11475720" y="5943600"/>
            <a:ext cx="32004" cy="32004"/>
          </a:xfrm>
          <a:prstGeom prst="ellipse">
            <a:avLst/>
          </a:prstGeom>
          <a:solidFill>
            <a:srgbClr val="222A3D"/>
          </a:solidFill>
          <a:ln/>
        </p:spPr>
      </p:sp>
      <p:sp>
        <p:nvSpPr>
          <p:cNvPr id="327" name="Shape 325"/>
          <p:cNvSpPr/>
          <p:nvPr/>
        </p:nvSpPr>
        <p:spPr>
          <a:xfrm>
            <a:off x="11932920" y="457200"/>
            <a:ext cx="32004" cy="32004"/>
          </a:xfrm>
          <a:prstGeom prst="ellipse">
            <a:avLst/>
          </a:prstGeom>
          <a:solidFill>
            <a:srgbClr val="222A3D"/>
          </a:solidFill>
          <a:ln/>
        </p:spPr>
      </p:sp>
      <p:sp>
        <p:nvSpPr>
          <p:cNvPr id="328" name="Shape 326"/>
          <p:cNvSpPr/>
          <p:nvPr/>
        </p:nvSpPr>
        <p:spPr>
          <a:xfrm>
            <a:off x="11932920" y="914400"/>
            <a:ext cx="32004" cy="32004"/>
          </a:xfrm>
          <a:prstGeom prst="ellipse">
            <a:avLst/>
          </a:prstGeom>
          <a:solidFill>
            <a:srgbClr val="222A3D"/>
          </a:solidFill>
          <a:ln/>
        </p:spPr>
      </p:sp>
      <p:sp>
        <p:nvSpPr>
          <p:cNvPr id="329" name="Shape 327"/>
          <p:cNvSpPr/>
          <p:nvPr/>
        </p:nvSpPr>
        <p:spPr>
          <a:xfrm>
            <a:off x="11932920" y="1371600"/>
            <a:ext cx="32004" cy="32004"/>
          </a:xfrm>
          <a:prstGeom prst="ellipse">
            <a:avLst/>
          </a:prstGeom>
          <a:solidFill>
            <a:srgbClr val="222A3D"/>
          </a:solidFill>
          <a:ln/>
        </p:spPr>
      </p:sp>
      <p:sp>
        <p:nvSpPr>
          <p:cNvPr id="330" name="Shape 328"/>
          <p:cNvSpPr/>
          <p:nvPr/>
        </p:nvSpPr>
        <p:spPr>
          <a:xfrm>
            <a:off x="11932920" y="1828800"/>
            <a:ext cx="32004" cy="32004"/>
          </a:xfrm>
          <a:prstGeom prst="ellipse">
            <a:avLst/>
          </a:prstGeom>
          <a:solidFill>
            <a:srgbClr val="222A3D"/>
          </a:solidFill>
          <a:ln/>
        </p:spPr>
      </p:sp>
      <p:sp>
        <p:nvSpPr>
          <p:cNvPr id="331" name="Shape 329"/>
          <p:cNvSpPr/>
          <p:nvPr/>
        </p:nvSpPr>
        <p:spPr>
          <a:xfrm>
            <a:off x="11932920" y="2286000"/>
            <a:ext cx="32004" cy="32004"/>
          </a:xfrm>
          <a:prstGeom prst="ellipse">
            <a:avLst/>
          </a:prstGeom>
          <a:solidFill>
            <a:srgbClr val="222A3D"/>
          </a:solidFill>
          <a:ln/>
        </p:spPr>
      </p:sp>
      <p:sp>
        <p:nvSpPr>
          <p:cNvPr id="332" name="Shape 330"/>
          <p:cNvSpPr/>
          <p:nvPr/>
        </p:nvSpPr>
        <p:spPr>
          <a:xfrm>
            <a:off x="11932920" y="2743200"/>
            <a:ext cx="32004" cy="32004"/>
          </a:xfrm>
          <a:prstGeom prst="ellipse">
            <a:avLst/>
          </a:prstGeom>
          <a:solidFill>
            <a:srgbClr val="222A3D"/>
          </a:solidFill>
          <a:ln/>
        </p:spPr>
      </p:sp>
      <p:sp>
        <p:nvSpPr>
          <p:cNvPr id="333" name="Shape 331"/>
          <p:cNvSpPr/>
          <p:nvPr/>
        </p:nvSpPr>
        <p:spPr>
          <a:xfrm>
            <a:off x="11932920" y="3200400"/>
            <a:ext cx="32004" cy="32004"/>
          </a:xfrm>
          <a:prstGeom prst="ellipse">
            <a:avLst/>
          </a:prstGeom>
          <a:solidFill>
            <a:srgbClr val="222A3D"/>
          </a:solidFill>
          <a:ln/>
        </p:spPr>
      </p:sp>
      <p:sp>
        <p:nvSpPr>
          <p:cNvPr id="334" name="Shape 332"/>
          <p:cNvSpPr/>
          <p:nvPr/>
        </p:nvSpPr>
        <p:spPr>
          <a:xfrm>
            <a:off x="11932920" y="3657600"/>
            <a:ext cx="32004" cy="32004"/>
          </a:xfrm>
          <a:prstGeom prst="ellipse">
            <a:avLst/>
          </a:prstGeom>
          <a:solidFill>
            <a:srgbClr val="222A3D"/>
          </a:solidFill>
          <a:ln/>
        </p:spPr>
      </p:sp>
      <p:sp>
        <p:nvSpPr>
          <p:cNvPr id="335" name="Shape 333"/>
          <p:cNvSpPr/>
          <p:nvPr/>
        </p:nvSpPr>
        <p:spPr>
          <a:xfrm>
            <a:off x="11932920" y="4114800"/>
            <a:ext cx="32004" cy="32004"/>
          </a:xfrm>
          <a:prstGeom prst="ellipse">
            <a:avLst/>
          </a:prstGeom>
          <a:solidFill>
            <a:srgbClr val="222A3D"/>
          </a:solidFill>
          <a:ln/>
        </p:spPr>
      </p:sp>
      <p:sp>
        <p:nvSpPr>
          <p:cNvPr id="336" name="Shape 334"/>
          <p:cNvSpPr/>
          <p:nvPr/>
        </p:nvSpPr>
        <p:spPr>
          <a:xfrm>
            <a:off x="11932920" y="4572000"/>
            <a:ext cx="32004" cy="32004"/>
          </a:xfrm>
          <a:prstGeom prst="ellipse">
            <a:avLst/>
          </a:prstGeom>
          <a:solidFill>
            <a:srgbClr val="222A3D"/>
          </a:solidFill>
          <a:ln/>
        </p:spPr>
      </p:sp>
      <p:sp>
        <p:nvSpPr>
          <p:cNvPr id="337" name="Shape 335"/>
          <p:cNvSpPr/>
          <p:nvPr/>
        </p:nvSpPr>
        <p:spPr>
          <a:xfrm>
            <a:off x="11932920" y="5029200"/>
            <a:ext cx="32004" cy="32004"/>
          </a:xfrm>
          <a:prstGeom prst="ellipse">
            <a:avLst/>
          </a:prstGeom>
          <a:solidFill>
            <a:srgbClr val="222A3D"/>
          </a:solidFill>
          <a:ln/>
        </p:spPr>
      </p:sp>
      <p:sp>
        <p:nvSpPr>
          <p:cNvPr id="338" name="Shape 336"/>
          <p:cNvSpPr/>
          <p:nvPr/>
        </p:nvSpPr>
        <p:spPr>
          <a:xfrm>
            <a:off x="11932920" y="5486400"/>
            <a:ext cx="32004" cy="32004"/>
          </a:xfrm>
          <a:prstGeom prst="ellipse">
            <a:avLst/>
          </a:prstGeom>
          <a:solidFill>
            <a:srgbClr val="222A3D"/>
          </a:solidFill>
          <a:ln/>
        </p:spPr>
      </p:sp>
      <p:sp>
        <p:nvSpPr>
          <p:cNvPr id="339" name="Shape 337"/>
          <p:cNvSpPr/>
          <p:nvPr/>
        </p:nvSpPr>
        <p:spPr>
          <a:xfrm>
            <a:off x="11932920" y="5943600"/>
            <a:ext cx="32004" cy="32004"/>
          </a:xfrm>
          <a:prstGeom prst="ellipse">
            <a:avLst/>
          </a:prstGeom>
          <a:solidFill>
            <a:srgbClr val="222A3D"/>
          </a:solidFill>
          <a:ln/>
        </p:spPr>
      </p:sp>
      <p:sp>
        <p:nvSpPr>
          <p:cNvPr id="340" name="Text 338"/>
          <p:cNvSpPr txBox="1"/>
          <p:nvPr/>
        </p:nvSpPr>
        <p:spPr>
          <a:xfrm>
            <a:off x="640080" y="1371600"/>
            <a:ext cx="5852160" cy="1329538"/>
          </a:xfrm>
          <a:prstGeom prst="rect">
            <a:avLst/>
          </a:prstGeom>
          <a:noFill/>
          <a:ln/>
        </p:spPr>
        <p:txBody>
          <a:bodyPr wrap="square" lIns="0" tIns="0" rIns="0" bIns="0" rtlCol="0" anchor="t"/>
          <a:lstStyle/>
          <a:p>
            <a:pPr algn="l" indent="0" marL="0">
              <a:lnSpc>
                <a:spcPct val="122000"/>
              </a:lnSpc>
              <a:buNone/>
            </a:pPr>
            <a:r>
              <a:rPr lang="en-US" sz="4600" b="1" dirty="0">
                <a:solidFill>
                  <a:srgbClr val="E9EDF7"/>
                </a:solidFill>
                <a:latin typeface="Arial" pitchFamily="34" charset="0"/>
                <a:ea typeface="Arial" pitchFamily="34" charset="-122"/>
                <a:cs typeface="Arial" pitchFamily="34" charset="-120"/>
              </a:rPr>
              <a:t>Gig</a:t>
            </a:r>
            <a:pPr algn="l" indent="0" marL="0">
              <a:lnSpc>
                <a:spcPct val="122000"/>
              </a:lnSpc>
              <a:buNone/>
            </a:pPr>
            <a:r>
              <a:rPr lang="en-US" sz="4600" b="1" dirty="0">
                <a:solidFill>
                  <a:srgbClr val="22D3EE"/>
                </a:solidFill>
                <a:latin typeface="Arial" pitchFamily="34" charset="0"/>
                <a:ea typeface="Arial" pitchFamily="34" charset="-122"/>
                <a:cs typeface="Arial" pitchFamily="34" charset="-120"/>
              </a:rPr>
              <a:t>Nest</a:t>
            </a:r>
            <a:endParaRPr lang="en-US" sz="4600" dirty="0"/>
          </a:p>
        </p:txBody>
      </p:sp>
      <p:sp>
        <p:nvSpPr>
          <p:cNvPr id="341" name="Text 339"/>
          <p:cNvSpPr txBox="1"/>
          <p:nvPr/>
        </p:nvSpPr>
        <p:spPr>
          <a:xfrm>
            <a:off x="640080" y="2286000"/>
            <a:ext cx="10241280" cy="548640"/>
          </a:xfrm>
          <a:prstGeom prst="rect">
            <a:avLst/>
          </a:prstGeom>
          <a:noFill/>
          <a:ln/>
        </p:spPr>
        <p:txBody>
          <a:bodyPr wrap="square" lIns="0" tIns="0" rIns="0" bIns="0" rtlCol="0" anchor="t"/>
          <a:lstStyle/>
          <a:p>
            <a:pPr algn="l" indent="0" marL="0">
              <a:lnSpc>
                <a:spcPct val="122000"/>
              </a:lnSpc>
              <a:buNone/>
            </a:pPr>
            <a:r>
              <a:rPr lang="en-US" sz="2500" dirty="0">
                <a:solidFill>
                  <a:srgbClr val="E9EDF7"/>
                </a:solidFill>
                <a:latin typeface="Arial" pitchFamily="34" charset="0"/>
                <a:ea typeface="Arial" pitchFamily="34" charset="-122"/>
                <a:cs typeface="Arial" pitchFamily="34" charset="-120"/>
              </a:rPr>
              <a:t>Open to post. </a:t>
            </a:r>
            <a:pPr algn="l" indent="0" marL="0">
              <a:lnSpc>
                <a:spcPct val="122000"/>
              </a:lnSpc>
              <a:buNone/>
            </a:pPr>
            <a:r>
              <a:rPr lang="en-US" sz="2500" b="1" dirty="0">
                <a:solidFill>
                  <a:srgbClr val="22D3EE"/>
                </a:solidFill>
                <a:latin typeface="Arial" pitchFamily="34" charset="0"/>
                <a:ea typeface="Arial" pitchFamily="34" charset="-122"/>
                <a:cs typeface="Arial" pitchFamily="34" charset="-120"/>
              </a:rPr>
              <a:t>Exclusive to claim.</a:t>
            </a:r>
            <a:endParaRPr lang="en-US" sz="2500" dirty="0"/>
          </a:p>
        </p:txBody>
      </p:sp>
      <p:sp>
        <p:nvSpPr>
          <p:cNvPr id="342" name="Shape 340"/>
          <p:cNvSpPr/>
          <p:nvPr/>
        </p:nvSpPr>
        <p:spPr>
          <a:xfrm>
            <a:off x="640080" y="3154680"/>
            <a:ext cx="10881360" cy="960120"/>
          </a:xfrm>
          <a:prstGeom prst="roundRect">
            <a:avLst>
              <a:gd name="adj" fmla="val 5714"/>
            </a:avLst>
          </a:prstGeom>
          <a:solidFill>
            <a:srgbClr val="0F1320"/>
          </a:solidFill>
          <a:ln w="12700">
            <a:solidFill>
              <a:srgbClr val="222A3D"/>
            </a:solidFill>
            <a:prstDash val="solid"/>
          </a:ln>
        </p:spPr>
      </p:sp>
      <p:sp>
        <p:nvSpPr>
          <p:cNvPr id="343" name="Shape 341"/>
          <p:cNvSpPr/>
          <p:nvPr/>
        </p:nvSpPr>
        <p:spPr>
          <a:xfrm>
            <a:off x="1024128" y="3566160"/>
            <a:ext cx="137160" cy="137160"/>
          </a:xfrm>
          <a:prstGeom prst="ellipse">
            <a:avLst/>
          </a:prstGeom>
          <a:solidFill>
            <a:srgbClr val="A3E635"/>
          </a:solidFill>
          <a:ln/>
        </p:spPr>
      </p:sp>
      <p:sp>
        <p:nvSpPr>
          <p:cNvPr id="344" name="Text 342"/>
          <p:cNvSpPr txBox="1"/>
          <p:nvPr/>
        </p:nvSpPr>
        <p:spPr>
          <a:xfrm>
            <a:off x="1371600" y="3154680"/>
            <a:ext cx="9738360" cy="960120"/>
          </a:xfrm>
          <a:prstGeom prst="rect">
            <a:avLst/>
          </a:prstGeom>
          <a:noFill/>
          <a:ln/>
        </p:spPr>
        <p:txBody>
          <a:bodyPr wrap="square" lIns="0" tIns="0" rIns="0" bIns="0" rtlCol="0" anchor="ctr"/>
          <a:lstStyle/>
          <a:p>
            <a:pPr algn="l" indent="0" marL="0">
              <a:lnSpc>
                <a:spcPct val="122000"/>
              </a:lnSpc>
              <a:buNone/>
            </a:pPr>
            <a:r>
              <a:rPr lang="en-US" sz="1900" dirty="0">
                <a:solidFill>
                  <a:srgbClr val="22D3EE"/>
                </a:solidFill>
                <a:latin typeface="Courier New" pitchFamily="34" charset="0"/>
                <a:ea typeface="Courier New" pitchFamily="34" charset="-122"/>
                <a:cs typeface="Courier New" pitchFamily="34" charset="-120"/>
              </a:rPr>
              <a:t>questboard-sooty.vercel.app</a:t>
            </a:r>
            <a:endParaRPr lang="en-US" sz="1900" dirty="0"/>
          </a:p>
        </p:txBody>
      </p:sp>
      <p:sp>
        <p:nvSpPr>
          <p:cNvPr id="345" name="Text 343"/>
          <p:cNvSpPr txBox="1"/>
          <p:nvPr/>
        </p:nvSpPr>
        <p:spPr>
          <a:xfrm>
            <a:off x="640080" y="4526280"/>
            <a:ext cx="10881360" cy="347472"/>
          </a:xfrm>
          <a:prstGeom prst="rect">
            <a:avLst/>
          </a:prstGeom>
          <a:noFill/>
          <a:ln/>
        </p:spPr>
        <p:txBody>
          <a:bodyPr wrap="square" lIns="0" tIns="0" rIns="0" bIns="0" rtlCol="0" anchor="ctr"/>
          <a:lstStyle/>
          <a:p>
            <a:pPr algn="l" indent="0" marL="0">
              <a:lnSpc>
                <a:spcPct val="122000"/>
              </a:lnSpc>
              <a:buNone/>
            </a:pPr>
            <a:r>
              <a:rPr lang="en-US" sz="1200" b="1" dirty="0">
                <a:solidFill>
                  <a:srgbClr val="6B7488"/>
                </a:solidFill>
                <a:latin typeface="Courier New" pitchFamily="34" charset="0"/>
                <a:ea typeface="Courier New" pitchFamily="34" charset="-122"/>
                <a:cs typeface="Courier New" pitchFamily="34" charset="-120"/>
              </a:rPr>
              <a:t>WHAT WE WANT FROM THIS ROOM</a:t>
            </a:r>
            <a:endParaRPr lang="en-US" sz="1200" dirty="0"/>
          </a:p>
        </p:txBody>
      </p:sp>
      <p:sp>
        <p:nvSpPr>
          <p:cNvPr id="346" name="Text 344"/>
          <p:cNvSpPr txBox="1"/>
          <p:nvPr/>
        </p:nvSpPr>
        <p:spPr>
          <a:xfrm>
            <a:off x="640080" y="4983480"/>
            <a:ext cx="10881360" cy="868680"/>
          </a:xfrm>
          <a:prstGeom prst="rect">
            <a:avLst/>
          </a:prstGeom>
          <a:noFill/>
          <a:ln/>
        </p:spPr>
        <p:txBody>
          <a:bodyPr wrap="square" lIns="0" tIns="0" rIns="0" bIns="0" rtlCol="0" anchor="t"/>
          <a:lstStyle/>
          <a:p>
            <a:pPr algn="l" indent="0" marL="0">
              <a:lnSpc>
                <a:spcPct val="122000"/>
              </a:lnSpc>
              <a:buNone/>
            </a:pPr>
            <a:r>
              <a:rPr lang="en-US" sz="1900" dirty="0">
                <a:solidFill>
                  <a:srgbClr val="E9EDF7"/>
                </a:solidFill>
                <a:latin typeface="Calibri" pitchFamily="34" charset="0"/>
                <a:ea typeface="Calibri" pitchFamily="34" charset="-122"/>
                <a:cs typeface="Calibri" pitchFamily="34" charset="-120"/>
              </a:rPr>
              <a:t>The first 50 student sign-ups, and three people in this room willing to post real work on Monday.</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GigNest — pitch</dc:title>
  <dc:subject>PptxGenJS Presentation</dc:subject>
  <dc:creator>GigNest</dc:creator>
  <cp:lastModifiedBy>GigNest</cp:lastModifiedBy>
  <cp:revision>1</cp:revision>
  <dcterms:created xsi:type="dcterms:W3CDTF">2026-09-04T15:56:55Z</dcterms:created>
  <dcterms:modified xsi:type="dcterms:W3CDTF">2026-09-04T15:56:55Z</dcterms:modified>
</cp:coreProperties>
</file>